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8" r:id="rId4"/>
  </p:sldMasterIdLst>
  <p:sldIdLst>
    <p:sldId id="256" r:id="rId5"/>
    <p:sldId id="257" r:id="rId6"/>
    <p:sldId id="258" r:id="rId7"/>
    <p:sldId id="259" r:id="rId8"/>
    <p:sldId id="260" r:id="rId9"/>
    <p:sldId id="267" r:id="rId10"/>
    <p:sldId id="268" r:id="rId11"/>
    <p:sldId id="269" r:id="rId12"/>
    <p:sldId id="271" r:id="rId13"/>
    <p:sldId id="272" r:id="rId14"/>
    <p:sldId id="275" r:id="rId15"/>
    <p:sldId id="266" r:id="rId16"/>
    <p:sldId id="276" r:id="rId17"/>
    <p:sldId id="277" r:id="rId18"/>
    <p:sldId id="270" r:id="rId19"/>
    <p:sldId id="278" r:id="rId20"/>
    <p:sldId id="264" r:id="rId21"/>
    <p:sldId id="279" r:id="rId22"/>
    <p:sldId id="280" r:id="rId23"/>
    <p:sldId id="281" r:id="rId24"/>
    <p:sldId id="294" r:id="rId25"/>
    <p:sldId id="291" r:id="rId26"/>
    <p:sldId id="293" r:id="rId27"/>
    <p:sldId id="292" r:id="rId28"/>
    <p:sldId id="283" r:id="rId29"/>
    <p:sldId id="287" r:id="rId30"/>
    <p:sldId id="284" r:id="rId31"/>
    <p:sldId id="286" r:id="rId32"/>
    <p:sldId id="285"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6E39"/>
    <a:srgbClr val="DD502A"/>
    <a:srgbClr val="F6F5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4660"/>
  </p:normalViewPr>
  <p:slideViewPr>
    <p:cSldViewPr snapToGrid="0">
      <p:cViewPr varScale="1">
        <p:scale>
          <a:sx n="78" d="100"/>
          <a:sy n="78" d="100"/>
        </p:scale>
        <p:origin x="10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C154D-94D2-408B-BBA5-A09BAB4F2F6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EC9B923E-22E9-4ED6-AB07-43818C0A8F90}">
      <dgm:prSet/>
      <dgm:spPr/>
      <dgm:t>
        <a:bodyPr/>
        <a:lstStyle/>
        <a:p>
          <a:r>
            <a:rPr lang="en-US" dirty="0"/>
            <a:t>Introduction</a:t>
          </a:r>
        </a:p>
      </dgm:t>
    </dgm:pt>
    <dgm:pt modelId="{1F5DD660-1142-479A-A0DE-F2A8EBCD6258}" type="parTrans" cxnId="{04E9063D-522C-425E-9138-579C8F0EA2C8}">
      <dgm:prSet/>
      <dgm:spPr/>
      <dgm:t>
        <a:bodyPr/>
        <a:lstStyle/>
        <a:p>
          <a:endParaRPr lang="en-US"/>
        </a:p>
      </dgm:t>
    </dgm:pt>
    <dgm:pt modelId="{7BF9E138-FE89-49B8-AF3B-E5080D94AD99}" type="sibTrans" cxnId="{04E9063D-522C-425E-9138-579C8F0EA2C8}">
      <dgm:prSet/>
      <dgm:spPr/>
      <dgm:t>
        <a:bodyPr/>
        <a:lstStyle/>
        <a:p>
          <a:endParaRPr lang="en-US"/>
        </a:p>
      </dgm:t>
    </dgm:pt>
    <dgm:pt modelId="{E0EE542C-5CBE-4FF5-995B-30E31C07D0DD}">
      <dgm:prSet/>
      <dgm:spPr/>
      <dgm:t>
        <a:bodyPr/>
        <a:lstStyle/>
        <a:p>
          <a:r>
            <a:rPr lang="en-US"/>
            <a:t>Data Collection and Exploration</a:t>
          </a:r>
        </a:p>
      </dgm:t>
    </dgm:pt>
    <dgm:pt modelId="{F5D6A918-3300-4184-AB9A-3D3D4F7AA852}" type="parTrans" cxnId="{03A1B080-DA95-497C-9E9A-8F1EBB0E6B3A}">
      <dgm:prSet/>
      <dgm:spPr/>
      <dgm:t>
        <a:bodyPr/>
        <a:lstStyle/>
        <a:p>
          <a:endParaRPr lang="en-US"/>
        </a:p>
      </dgm:t>
    </dgm:pt>
    <dgm:pt modelId="{B526F55B-9E27-453E-AD18-FDF4CCB797BF}" type="sibTrans" cxnId="{03A1B080-DA95-497C-9E9A-8F1EBB0E6B3A}">
      <dgm:prSet/>
      <dgm:spPr/>
      <dgm:t>
        <a:bodyPr/>
        <a:lstStyle/>
        <a:p>
          <a:endParaRPr lang="en-US"/>
        </a:p>
      </dgm:t>
    </dgm:pt>
    <dgm:pt modelId="{75144B13-7181-409F-90B1-3CDE138A268C}">
      <dgm:prSet/>
      <dgm:spPr/>
      <dgm:t>
        <a:bodyPr/>
        <a:lstStyle/>
        <a:p>
          <a:r>
            <a:rPr lang="en-US"/>
            <a:t>Methodology</a:t>
          </a:r>
        </a:p>
      </dgm:t>
    </dgm:pt>
    <dgm:pt modelId="{DEB8E266-E019-4C80-BD53-504A5F19838B}" type="parTrans" cxnId="{91E65518-3E5A-4A11-852A-45AF942AEACD}">
      <dgm:prSet/>
      <dgm:spPr/>
      <dgm:t>
        <a:bodyPr/>
        <a:lstStyle/>
        <a:p>
          <a:endParaRPr lang="en-US"/>
        </a:p>
      </dgm:t>
    </dgm:pt>
    <dgm:pt modelId="{514336AC-EE3C-4C90-9C5F-B7742BCEDAF6}" type="sibTrans" cxnId="{91E65518-3E5A-4A11-852A-45AF942AEACD}">
      <dgm:prSet/>
      <dgm:spPr/>
      <dgm:t>
        <a:bodyPr/>
        <a:lstStyle/>
        <a:p>
          <a:endParaRPr lang="en-US"/>
        </a:p>
      </dgm:t>
    </dgm:pt>
    <dgm:pt modelId="{54A78C91-B329-48C8-853C-BADB34A28CD0}">
      <dgm:prSet/>
      <dgm:spPr/>
      <dgm:t>
        <a:bodyPr/>
        <a:lstStyle/>
        <a:p>
          <a:r>
            <a:rPr lang="en-US"/>
            <a:t>Results</a:t>
          </a:r>
        </a:p>
      </dgm:t>
    </dgm:pt>
    <dgm:pt modelId="{B8776FF5-2574-433A-BE3A-D47CDF89950B}" type="parTrans" cxnId="{A5F65266-31D0-465B-A9CB-930A68F9318D}">
      <dgm:prSet/>
      <dgm:spPr/>
      <dgm:t>
        <a:bodyPr/>
        <a:lstStyle/>
        <a:p>
          <a:endParaRPr lang="en-US"/>
        </a:p>
      </dgm:t>
    </dgm:pt>
    <dgm:pt modelId="{E90AA1DD-E760-460E-98E7-5DD8339FAB44}" type="sibTrans" cxnId="{A5F65266-31D0-465B-A9CB-930A68F9318D}">
      <dgm:prSet/>
      <dgm:spPr/>
      <dgm:t>
        <a:bodyPr/>
        <a:lstStyle/>
        <a:p>
          <a:endParaRPr lang="en-US"/>
        </a:p>
      </dgm:t>
    </dgm:pt>
    <dgm:pt modelId="{BE4C6D53-6D29-49C9-9F53-FA9830EABA76}">
      <dgm:prSet/>
      <dgm:spPr/>
      <dgm:t>
        <a:bodyPr/>
        <a:lstStyle/>
        <a:p>
          <a:r>
            <a:rPr lang="en-US"/>
            <a:t>Discussion</a:t>
          </a:r>
        </a:p>
      </dgm:t>
    </dgm:pt>
    <dgm:pt modelId="{120EB932-A1CA-4941-8B25-7FE14C594F74}" type="parTrans" cxnId="{BE571C73-93EC-45A9-A34F-81BD3E3E5F6F}">
      <dgm:prSet/>
      <dgm:spPr/>
      <dgm:t>
        <a:bodyPr/>
        <a:lstStyle/>
        <a:p>
          <a:endParaRPr lang="en-US"/>
        </a:p>
      </dgm:t>
    </dgm:pt>
    <dgm:pt modelId="{EE23135E-B1BD-4AD1-9305-6C860BE4C663}" type="sibTrans" cxnId="{BE571C73-93EC-45A9-A34F-81BD3E3E5F6F}">
      <dgm:prSet/>
      <dgm:spPr/>
      <dgm:t>
        <a:bodyPr/>
        <a:lstStyle/>
        <a:p>
          <a:endParaRPr lang="en-US"/>
        </a:p>
      </dgm:t>
    </dgm:pt>
    <dgm:pt modelId="{811354AC-321E-4797-B1CF-BF7ECDA81A65}">
      <dgm:prSet/>
      <dgm:spPr/>
      <dgm:t>
        <a:bodyPr/>
        <a:lstStyle/>
        <a:p>
          <a:r>
            <a:rPr lang="en-US"/>
            <a:t>Conclusion</a:t>
          </a:r>
        </a:p>
      </dgm:t>
    </dgm:pt>
    <dgm:pt modelId="{D9550E03-EBFB-479F-80F0-EA7256A7EAA9}" type="parTrans" cxnId="{DA88149A-F6EA-4A11-A100-56B6962108D8}">
      <dgm:prSet/>
      <dgm:spPr/>
      <dgm:t>
        <a:bodyPr/>
        <a:lstStyle/>
        <a:p>
          <a:endParaRPr lang="en-US"/>
        </a:p>
      </dgm:t>
    </dgm:pt>
    <dgm:pt modelId="{5FA2D2E9-7BFE-4A07-BDAF-C0827CC8B173}" type="sibTrans" cxnId="{DA88149A-F6EA-4A11-A100-56B6962108D8}">
      <dgm:prSet/>
      <dgm:spPr/>
      <dgm:t>
        <a:bodyPr/>
        <a:lstStyle/>
        <a:p>
          <a:endParaRPr lang="en-US"/>
        </a:p>
      </dgm:t>
    </dgm:pt>
    <dgm:pt modelId="{CD2B5FDA-478A-4B76-8376-B223C1D949F0}" type="pres">
      <dgm:prSet presAssocID="{013C154D-94D2-408B-BBA5-A09BAB4F2F66}" presName="vert0" presStyleCnt="0">
        <dgm:presLayoutVars>
          <dgm:dir/>
          <dgm:animOne val="branch"/>
          <dgm:animLvl val="lvl"/>
        </dgm:presLayoutVars>
      </dgm:prSet>
      <dgm:spPr/>
    </dgm:pt>
    <dgm:pt modelId="{30D9A01F-534B-4FF1-9E02-35A137939379}" type="pres">
      <dgm:prSet presAssocID="{EC9B923E-22E9-4ED6-AB07-43818C0A8F90}" presName="thickLine" presStyleLbl="alignNode1" presStyleIdx="0" presStyleCnt="6"/>
      <dgm:spPr/>
    </dgm:pt>
    <dgm:pt modelId="{3F91297F-4615-4B1D-9D55-63FD2242F527}" type="pres">
      <dgm:prSet presAssocID="{EC9B923E-22E9-4ED6-AB07-43818C0A8F90}" presName="horz1" presStyleCnt="0"/>
      <dgm:spPr/>
    </dgm:pt>
    <dgm:pt modelId="{56332CF2-3AF2-41DA-A6B3-C7EFE25D4B33}" type="pres">
      <dgm:prSet presAssocID="{EC9B923E-22E9-4ED6-AB07-43818C0A8F90}" presName="tx1" presStyleLbl="revTx" presStyleIdx="0" presStyleCnt="6"/>
      <dgm:spPr/>
    </dgm:pt>
    <dgm:pt modelId="{28D027CF-A52F-4607-88D0-5086E8064768}" type="pres">
      <dgm:prSet presAssocID="{EC9B923E-22E9-4ED6-AB07-43818C0A8F90}" presName="vert1" presStyleCnt="0"/>
      <dgm:spPr/>
    </dgm:pt>
    <dgm:pt modelId="{1D80FAFE-3134-4170-A178-E62B7F59DA5D}" type="pres">
      <dgm:prSet presAssocID="{E0EE542C-5CBE-4FF5-995B-30E31C07D0DD}" presName="thickLine" presStyleLbl="alignNode1" presStyleIdx="1" presStyleCnt="6"/>
      <dgm:spPr/>
    </dgm:pt>
    <dgm:pt modelId="{92DAA60E-6539-495C-87E3-2F616992151E}" type="pres">
      <dgm:prSet presAssocID="{E0EE542C-5CBE-4FF5-995B-30E31C07D0DD}" presName="horz1" presStyleCnt="0"/>
      <dgm:spPr/>
    </dgm:pt>
    <dgm:pt modelId="{F4587E89-1386-4244-B2B9-5D3E48811F7F}" type="pres">
      <dgm:prSet presAssocID="{E0EE542C-5CBE-4FF5-995B-30E31C07D0DD}" presName="tx1" presStyleLbl="revTx" presStyleIdx="1" presStyleCnt="6"/>
      <dgm:spPr/>
    </dgm:pt>
    <dgm:pt modelId="{D121C5B4-875C-497B-8CDB-3F615DECA8C8}" type="pres">
      <dgm:prSet presAssocID="{E0EE542C-5CBE-4FF5-995B-30E31C07D0DD}" presName="vert1" presStyleCnt="0"/>
      <dgm:spPr/>
    </dgm:pt>
    <dgm:pt modelId="{622C46DB-E4B7-445F-9EF3-BDBFD977D4C8}" type="pres">
      <dgm:prSet presAssocID="{75144B13-7181-409F-90B1-3CDE138A268C}" presName="thickLine" presStyleLbl="alignNode1" presStyleIdx="2" presStyleCnt="6"/>
      <dgm:spPr/>
    </dgm:pt>
    <dgm:pt modelId="{1D090C51-E24E-421B-9E30-586A51DC1715}" type="pres">
      <dgm:prSet presAssocID="{75144B13-7181-409F-90B1-3CDE138A268C}" presName="horz1" presStyleCnt="0"/>
      <dgm:spPr/>
    </dgm:pt>
    <dgm:pt modelId="{047CD273-1D1D-49E9-80ED-7DC3962D5D80}" type="pres">
      <dgm:prSet presAssocID="{75144B13-7181-409F-90B1-3CDE138A268C}" presName="tx1" presStyleLbl="revTx" presStyleIdx="2" presStyleCnt="6"/>
      <dgm:spPr/>
    </dgm:pt>
    <dgm:pt modelId="{4879543E-61EE-4DD8-BBE0-1EE870CBD702}" type="pres">
      <dgm:prSet presAssocID="{75144B13-7181-409F-90B1-3CDE138A268C}" presName="vert1" presStyleCnt="0"/>
      <dgm:spPr/>
    </dgm:pt>
    <dgm:pt modelId="{F664BA1E-E0B7-42B3-A197-5E720DD7FAC3}" type="pres">
      <dgm:prSet presAssocID="{54A78C91-B329-48C8-853C-BADB34A28CD0}" presName="thickLine" presStyleLbl="alignNode1" presStyleIdx="3" presStyleCnt="6"/>
      <dgm:spPr/>
    </dgm:pt>
    <dgm:pt modelId="{AE1E0EDB-B13D-4221-AF55-E758CA51C46E}" type="pres">
      <dgm:prSet presAssocID="{54A78C91-B329-48C8-853C-BADB34A28CD0}" presName="horz1" presStyleCnt="0"/>
      <dgm:spPr/>
    </dgm:pt>
    <dgm:pt modelId="{C6FA38D0-0ABE-41F7-B0F4-02A190E426A6}" type="pres">
      <dgm:prSet presAssocID="{54A78C91-B329-48C8-853C-BADB34A28CD0}" presName="tx1" presStyleLbl="revTx" presStyleIdx="3" presStyleCnt="6"/>
      <dgm:spPr/>
    </dgm:pt>
    <dgm:pt modelId="{6CB09AB2-8525-456F-B1DD-8921B03B54D6}" type="pres">
      <dgm:prSet presAssocID="{54A78C91-B329-48C8-853C-BADB34A28CD0}" presName="vert1" presStyleCnt="0"/>
      <dgm:spPr/>
    </dgm:pt>
    <dgm:pt modelId="{E3DD7817-55CD-45ED-A1B4-87E15B1A6B54}" type="pres">
      <dgm:prSet presAssocID="{BE4C6D53-6D29-49C9-9F53-FA9830EABA76}" presName="thickLine" presStyleLbl="alignNode1" presStyleIdx="4" presStyleCnt="6"/>
      <dgm:spPr/>
    </dgm:pt>
    <dgm:pt modelId="{3CF68719-1EBC-4B3B-9140-0D4FAA4F5B8F}" type="pres">
      <dgm:prSet presAssocID="{BE4C6D53-6D29-49C9-9F53-FA9830EABA76}" presName="horz1" presStyleCnt="0"/>
      <dgm:spPr/>
    </dgm:pt>
    <dgm:pt modelId="{33E5AFC9-1305-40D7-A803-1BCE2D9D1E96}" type="pres">
      <dgm:prSet presAssocID="{BE4C6D53-6D29-49C9-9F53-FA9830EABA76}" presName="tx1" presStyleLbl="revTx" presStyleIdx="4" presStyleCnt="6"/>
      <dgm:spPr/>
    </dgm:pt>
    <dgm:pt modelId="{27666632-958A-4191-BB16-F2EBE7FCE194}" type="pres">
      <dgm:prSet presAssocID="{BE4C6D53-6D29-49C9-9F53-FA9830EABA76}" presName="vert1" presStyleCnt="0"/>
      <dgm:spPr/>
    </dgm:pt>
    <dgm:pt modelId="{BEA29A5E-D8F4-4F70-B5C3-CB1D479C4025}" type="pres">
      <dgm:prSet presAssocID="{811354AC-321E-4797-B1CF-BF7ECDA81A65}" presName="thickLine" presStyleLbl="alignNode1" presStyleIdx="5" presStyleCnt="6"/>
      <dgm:spPr/>
    </dgm:pt>
    <dgm:pt modelId="{89465CE2-A1DA-4742-936C-0854429A6104}" type="pres">
      <dgm:prSet presAssocID="{811354AC-321E-4797-B1CF-BF7ECDA81A65}" presName="horz1" presStyleCnt="0"/>
      <dgm:spPr/>
    </dgm:pt>
    <dgm:pt modelId="{EE2A3623-6C90-42FE-8A49-803BC05552BD}" type="pres">
      <dgm:prSet presAssocID="{811354AC-321E-4797-B1CF-BF7ECDA81A65}" presName="tx1" presStyleLbl="revTx" presStyleIdx="5" presStyleCnt="6"/>
      <dgm:spPr/>
    </dgm:pt>
    <dgm:pt modelId="{CC7444B3-543A-467C-9927-91EE0BD4D999}" type="pres">
      <dgm:prSet presAssocID="{811354AC-321E-4797-B1CF-BF7ECDA81A65}" presName="vert1" presStyleCnt="0"/>
      <dgm:spPr/>
    </dgm:pt>
  </dgm:ptLst>
  <dgm:cxnLst>
    <dgm:cxn modelId="{91E65518-3E5A-4A11-852A-45AF942AEACD}" srcId="{013C154D-94D2-408B-BBA5-A09BAB4F2F66}" destId="{75144B13-7181-409F-90B1-3CDE138A268C}" srcOrd="2" destOrd="0" parTransId="{DEB8E266-E019-4C80-BD53-504A5F19838B}" sibTransId="{514336AC-EE3C-4C90-9C5F-B7742BCEDAF6}"/>
    <dgm:cxn modelId="{04E9063D-522C-425E-9138-579C8F0EA2C8}" srcId="{013C154D-94D2-408B-BBA5-A09BAB4F2F66}" destId="{EC9B923E-22E9-4ED6-AB07-43818C0A8F90}" srcOrd="0" destOrd="0" parTransId="{1F5DD660-1142-479A-A0DE-F2A8EBCD6258}" sibTransId="{7BF9E138-FE89-49B8-AF3B-E5080D94AD99}"/>
    <dgm:cxn modelId="{A5F65266-31D0-465B-A9CB-930A68F9318D}" srcId="{013C154D-94D2-408B-BBA5-A09BAB4F2F66}" destId="{54A78C91-B329-48C8-853C-BADB34A28CD0}" srcOrd="3" destOrd="0" parTransId="{B8776FF5-2574-433A-BE3A-D47CDF89950B}" sibTransId="{E90AA1DD-E760-460E-98E7-5DD8339FAB44}"/>
    <dgm:cxn modelId="{6A87026C-30CE-4FEC-AD65-428A74D83E44}" type="presOf" srcId="{811354AC-321E-4797-B1CF-BF7ECDA81A65}" destId="{EE2A3623-6C90-42FE-8A49-803BC05552BD}" srcOrd="0" destOrd="0" presId="urn:microsoft.com/office/officeart/2008/layout/LinedList"/>
    <dgm:cxn modelId="{63D4064E-EFB4-4100-AC59-A95C753EF3A3}" type="presOf" srcId="{BE4C6D53-6D29-49C9-9F53-FA9830EABA76}" destId="{33E5AFC9-1305-40D7-A803-1BCE2D9D1E96}" srcOrd="0" destOrd="0" presId="urn:microsoft.com/office/officeart/2008/layout/LinedList"/>
    <dgm:cxn modelId="{BE571C73-93EC-45A9-A34F-81BD3E3E5F6F}" srcId="{013C154D-94D2-408B-BBA5-A09BAB4F2F66}" destId="{BE4C6D53-6D29-49C9-9F53-FA9830EABA76}" srcOrd="4" destOrd="0" parTransId="{120EB932-A1CA-4941-8B25-7FE14C594F74}" sibTransId="{EE23135E-B1BD-4AD1-9305-6C860BE4C663}"/>
    <dgm:cxn modelId="{E73FF859-192C-4E7B-8100-F40834D46CAE}" type="presOf" srcId="{013C154D-94D2-408B-BBA5-A09BAB4F2F66}" destId="{CD2B5FDA-478A-4B76-8376-B223C1D949F0}" srcOrd="0" destOrd="0" presId="urn:microsoft.com/office/officeart/2008/layout/LinedList"/>
    <dgm:cxn modelId="{03A1B080-DA95-497C-9E9A-8F1EBB0E6B3A}" srcId="{013C154D-94D2-408B-BBA5-A09BAB4F2F66}" destId="{E0EE542C-5CBE-4FF5-995B-30E31C07D0DD}" srcOrd="1" destOrd="0" parTransId="{F5D6A918-3300-4184-AB9A-3D3D4F7AA852}" sibTransId="{B526F55B-9E27-453E-AD18-FDF4CCB797BF}"/>
    <dgm:cxn modelId="{DA88149A-F6EA-4A11-A100-56B6962108D8}" srcId="{013C154D-94D2-408B-BBA5-A09BAB4F2F66}" destId="{811354AC-321E-4797-B1CF-BF7ECDA81A65}" srcOrd="5" destOrd="0" parTransId="{D9550E03-EBFB-479F-80F0-EA7256A7EAA9}" sibTransId="{5FA2D2E9-7BFE-4A07-BDAF-C0827CC8B173}"/>
    <dgm:cxn modelId="{7ABB6FA7-94E1-4E34-85FA-068446F965D7}" type="presOf" srcId="{E0EE542C-5CBE-4FF5-995B-30E31C07D0DD}" destId="{F4587E89-1386-4244-B2B9-5D3E48811F7F}" srcOrd="0" destOrd="0" presId="urn:microsoft.com/office/officeart/2008/layout/LinedList"/>
    <dgm:cxn modelId="{BC3E94CD-B0E8-42D6-BF6D-3B0108975B59}" type="presOf" srcId="{54A78C91-B329-48C8-853C-BADB34A28CD0}" destId="{C6FA38D0-0ABE-41F7-B0F4-02A190E426A6}" srcOrd="0" destOrd="0" presId="urn:microsoft.com/office/officeart/2008/layout/LinedList"/>
    <dgm:cxn modelId="{8BA73FED-A5EE-41F1-97E6-92CA464D9289}" type="presOf" srcId="{EC9B923E-22E9-4ED6-AB07-43818C0A8F90}" destId="{56332CF2-3AF2-41DA-A6B3-C7EFE25D4B33}" srcOrd="0" destOrd="0" presId="urn:microsoft.com/office/officeart/2008/layout/LinedList"/>
    <dgm:cxn modelId="{47693CEF-CC85-46E2-B6EF-46F9962B46C4}" type="presOf" srcId="{75144B13-7181-409F-90B1-3CDE138A268C}" destId="{047CD273-1D1D-49E9-80ED-7DC3962D5D80}" srcOrd="0" destOrd="0" presId="urn:microsoft.com/office/officeart/2008/layout/LinedList"/>
    <dgm:cxn modelId="{3F02D2A0-79BF-44B8-80A5-0F14E987C8A6}" type="presParOf" srcId="{CD2B5FDA-478A-4B76-8376-B223C1D949F0}" destId="{30D9A01F-534B-4FF1-9E02-35A137939379}" srcOrd="0" destOrd="0" presId="urn:microsoft.com/office/officeart/2008/layout/LinedList"/>
    <dgm:cxn modelId="{44565EE7-CE94-472B-AD2F-716A45543EC8}" type="presParOf" srcId="{CD2B5FDA-478A-4B76-8376-B223C1D949F0}" destId="{3F91297F-4615-4B1D-9D55-63FD2242F527}" srcOrd="1" destOrd="0" presId="urn:microsoft.com/office/officeart/2008/layout/LinedList"/>
    <dgm:cxn modelId="{8342D66F-FB4D-4A33-A04D-334055DA0388}" type="presParOf" srcId="{3F91297F-4615-4B1D-9D55-63FD2242F527}" destId="{56332CF2-3AF2-41DA-A6B3-C7EFE25D4B33}" srcOrd="0" destOrd="0" presId="urn:microsoft.com/office/officeart/2008/layout/LinedList"/>
    <dgm:cxn modelId="{4A10A083-4FC7-433B-A7E5-E5E5BF2986DA}" type="presParOf" srcId="{3F91297F-4615-4B1D-9D55-63FD2242F527}" destId="{28D027CF-A52F-4607-88D0-5086E8064768}" srcOrd="1" destOrd="0" presId="urn:microsoft.com/office/officeart/2008/layout/LinedList"/>
    <dgm:cxn modelId="{FE248742-A1FB-4EAD-8705-2943E85691AC}" type="presParOf" srcId="{CD2B5FDA-478A-4B76-8376-B223C1D949F0}" destId="{1D80FAFE-3134-4170-A178-E62B7F59DA5D}" srcOrd="2" destOrd="0" presId="urn:microsoft.com/office/officeart/2008/layout/LinedList"/>
    <dgm:cxn modelId="{F45808B5-E7DB-4678-9F62-8982408D2340}" type="presParOf" srcId="{CD2B5FDA-478A-4B76-8376-B223C1D949F0}" destId="{92DAA60E-6539-495C-87E3-2F616992151E}" srcOrd="3" destOrd="0" presId="urn:microsoft.com/office/officeart/2008/layout/LinedList"/>
    <dgm:cxn modelId="{91A7CAA5-1F07-4186-AE76-A676C5883769}" type="presParOf" srcId="{92DAA60E-6539-495C-87E3-2F616992151E}" destId="{F4587E89-1386-4244-B2B9-5D3E48811F7F}" srcOrd="0" destOrd="0" presId="urn:microsoft.com/office/officeart/2008/layout/LinedList"/>
    <dgm:cxn modelId="{8F9480D1-9980-4AD3-893C-3A2497943316}" type="presParOf" srcId="{92DAA60E-6539-495C-87E3-2F616992151E}" destId="{D121C5B4-875C-497B-8CDB-3F615DECA8C8}" srcOrd="1" destOrd="0" presId="urn:microsoft.com/office/officeart/2008/layout/LinedList"/>
    <dgm:cxn modelId="{7503736A-257A-41ED-A3FA-C55A6D61D69D}" type="presParOf" srcId="{CD2B5FDA-478A-4B76-8376-B223C1D949F0}" destId="{622C46DB-E4B7-445F-9EF3-BDBFD977D4C8}" srcOrd="4" destOrd="0" presId="urn:microsoft.com/office/officeart/2008/layout/LinedList"/>
    <dgm:cxn modelId="{91B37B8D-5A86-41E9-9C99-DC3279C46ADA}" type="presParOf" srcId="{CD2B5FDA-478A-4B76-8376-B223C1D949F0}" destId="{1D090C51-E24E-421B-9E30-586A51DC1715}" srcOrd="5" destOrd="0" presId="urn:microsoft.com/office/officeart/2008/layout/LinedList"/>
    <dgm:cxn modelId="{C03D2FDB-6D4D-4FC4-B979-DBE685F347BA}" type="presParOf" srcId="{1D090C51-E24E-421B-9E30-586A51DC1715}" destId="{047CD273-1D1D-49E9-80ED-7DC3962D5D80}" srcOrd="0" destOrd="0" presId="urn:microsoft.com/office/officeart/2008/layout/LinedList"/>
    <dgm:cxn modelId="{1176EB07-C951-41BC-81FC-EEE8DFAD3C3F}" type="presParOf" srcId="{1D090C51-E24E-421B-9E30-586A51DC1715}" destId="{4879543E-61EE-4DD8-BBE0-1EE870CBD702}" srcOrd="1" destOrd="0" presId="urn:microsoft.com/office/officeart/2008/layout/LinedList"/>
    <dgm:cxn modelId="{EDCD4BD7-A1DB-4AFE-A8B5-DF520BFC89AC}" type="presParOf" srcId="{CD2B5FDA-478A-4B76-8376-B223C1D949F0}" destId="{F664BA1E-E0B7-42B3-A197-5E720DD7FAC3}" srcOrd="6" destOrd="0" presId="urn:microsoft.com/office/officeart/2008/layout/LinedList"/>
    <dgm:cxn modelId="{7A8012CC-EEF8-4EBB-B5F8-F204EE37B918}" type="presParOf" srcId="{CD2B5FDA-478A-4B76-8376-B223C1D949F0}" destId="{AE1E0EDB-B13D-4221-AF55-E758CA51C46E}" srcOrd="7" destOrd="0" presId="urn:microsoft.com/office/officeart/2008/layout/LinedList"/>
    <dgm:cxn modelId="{678AC844-A755-4F17-B0D7-E404666E4854}" type="presParOf" srcId="{AE1E0EDB-B13D-4221-AF55-E758CA51C46E}" destId="{C6FA38D0-0ABE-41F7-B0F4-02A190E426A6}" srcOrd="0" destOrd="0" presId="urn:microsoft.com/office/officeart/2008/layout/LinedList"/>
    <dgm:cxn modelId="{95125CB2-08D8-459B-843D-DDF66CE4C24C}" type="presParOf" srcId="{AE1E0EDB-B13D-4221-AF55-E758CA51C46E}" destId="{6CB09AB2-8525-456F-B1DD-8921B03B54D6}" srcOrd="1" destOrd="0" presId="urn:microsoft.com/office/officeart/2008/layout/LinedList"/>
    <dgm:cxn modelId="{3BBBD309-D7AD-423A-B559-B9E85BC25F85}" type="presParOf" srcId="{CD2B5FDA-478A-4B76-8376-B223C1D949F0}" destId="{E3DD7817-55CD-45ED-A1B4-87E15B1A6B54}" srcOrd="8" destOrd="0" presId="urn:microsoft.com/office/officeart/2008/layout/LinedList"/>
    <dgm:cxn modelId="{504DDA42-221C-4391-BA92-BEFAAE4205B9}" type="presParOf" srcId="{CD2B5FDA-478A-4B76-8376-B223C1D949F0}" destId="{3CF68719-1EBC-4B3B-9140-0D4FAA4F5B8F}" srcOrd="9" destOrd="0" presId="urn:microsoft.com/office/officeart/2008/layout/LinedList"/>
    <dgm:cxn modelId="{37D3CF2F-9BCF-4A55-8BFB-FB6B555450E2}" type="presParOf" srcId="{3CF68719-1EBC-4B3B-9140-0D4FAA4F5B8F}" destId="{33E5AFC9-1305-40D7-A803-1BCE2D9D1E96}" srcOrd="0" destOrd="0" presId="urn:microsoft.com/office/officeart/2008/layout/LinedList"/>
    <dgm:cxn modelId="{E53D5ED6-82A1-4BC5-816A-735EF5763292}" type="presParOf" srcId="{3CF68719-1EBC-4B3B-9140-0D4FAA4F5B8F}" destId="{27666632-958A-4191-BB16-F2EBE7FCE194}" srcOrd="1" destOrd="0" presId="urn:microsoft.com/office/officeart/2008/layout/LinedList"/>
    <dgm:cxn modelId="{A627A6D9-58B0-4433-BB30-11775B125893}" type="presParOf" srcId="{CD2B5FDA-478A-4B76-8376-B223C1D949F0}" destId="{BEA29A5E-D8F4-4F70-B5C3-CB1D479C4025}" srcOrd="10" destOrd="0" presId="urn:microsoft.com/office/officeart/2008/layout/LinedList"/>
    <dgm:cxn modelId="{4C42100F-0B40-4A5B-B078-BF9447849DA2}" type="presParOf" srcId="{CD2B5FDA-478A-4B76-8376-B223C1D949F0}" destId="{89465CE2-A1DA-4742-936C-0854429A6104}" srcOrd="11" destOrd="0" presId="urn:microsoft.com/office/officeart/2008/layout/LinedList"/>
    <dgm:cxn modelId="{1F1F29CD-4039-48FF-BA2A-0441A83CAA88}" type="presParOf" srcId="{89465CE2-A1DA-4742-936C-0854429A6104}" destId="{EE2A3623-6C90-42FE-8A49-803BC05552BD}" srcOrd="0" destOrd="0" presId="urn:microsoft.com/office/officeart/2008/layout/LinedList"/>
    <dgm:cxn modelId="{B3F43A57-038C-467A-838F-758C06068CD3}" type="presParOf" srcId="{89465CE2-A1DA-4742-936C-0854429A6104}" destId="{CC7444B3-543A-467C-9927-91EE0BD4D99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B30A58-0213-4D50-BA61-E33D8143FBC7}"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A7C94AE0-A4F4-4592-9EA9-C1D48B66076C}">
      <dgm:prSet/>
      <dgm:spPr/>
      <dgm:t>
        <a:bodyPr/>
        <a:lstStyle/>
        <a:p>
          <a:r>
            <a:rPr lang="en-IN" b="1"/>
            <a:t>Data Collection:</a:t>
          </a:r>
          <a:endParaRPr lang="en-US"/>
        </a:p>
      </dgm:t>
    </dgm:pt>
    <dgm:pt modelId="{910CAF9B-80DB-4E3F-915B-15E0C9770F5C}" type="parTrans" cxnId="{02187C09-5C8E-40A2-9751-A68EAC463882}">
      <dgm:prSet/>
      <dgm:spPr/>
      <dgm:t>
        <a:bodyPr/>
        <a:lstStyle/>
        <a:p>
          <a:endParaRPr lang="en-US"/>
        </a:p>
      </dgm:t>
    </dgm:pt>
    <dgm:pt modelId="{33919146-2104-4949-ADF1-202B80824DBA}" type="sibTrans" cxnId="{02187C09-5C8E-40A2-9751-A68EAC463882}">
      <dgm:prSet/>
      <dgm:spPr/>
      <dgm:t>
        <a:bodyPr/>
        <a:lstStyle/>
        <a:p>
          <a:endParaRPr lang="en-US"/>
        </a:p>
      </dgm:t>
    </dgm:pt>
    <dgm:pt modelId="{7250C24B-8AD2-4964-B240-82226A1E37CB}">
      <dgm:prSet/>
      <dgm:spPr/>
      <dgm:t>
        <a:bodyPr/>
        <a:lstStyle/>
        <a:p>
          <a:r>
            <a:rPr lang="en-US"/>
            <a:t>Earthquakes are recorded by a seismographic network. Each seismic station in the network measures the movement of the ground at that site.</a:t>
          </a:r>
        </a:p>
      </dgm:t>
    </dgm:pt>
    <dgm:pt modelId="{42F8A7C2-1B78-4C9D-9A8E-1A24B5E9E147}" type="parTrans" cxnId="{AFAC0631-86C4-40B8-BFD8-CF1CFA516683}">
      <dgm:prSet/>
      <dgm:spPr/>
      <dgm:t>
        <a:bodyPr/>
        <a:lstStyle/>
        <a:p>
          <a:endParaRPr lang="en-US"/>
        </a:p>
      </dgm:t>
    </dgm:pt>
    <dgm:pt modelId="{60B030EC-A661-4C30-86C3-8C56AE502799}" type="sibTrans" cxnId="{AFAC0631-86C4-40B8-BFD8-CF1CFA516683}">
      <dgm:prSet/>
      <dgm:spPr/>
      <dgm:t>
        <a:bodyPr/>
        <a:lstStyle/>
        <a:p>
          <a:endParaRPr lang="en-US"/>
        </a:p>
      </dgm:t>
    </dgm:pt>
    <dgm:pt modelId="{15927DAD-96B0-45AF-8D36-87A1271560C8}">
      <dgm:prSet/>
      <dgm:spPr/>
      <dgm:t>
        <a:bodyPr/>
        <a:lstStyle/>
        <a:p>
          <a:r>
            <a:rPr lang="en-IN" b="1" dirty="0"/>
            <a:t>Exploratory Data Analysis (EDA) :</a:t>
          </a:r>
          <a:endParaRPr lang="en-US" dirty="0"/>
        </a:p>
      </dgm:t>
    </dgm:pt>
    <dgm:pt modelId="{0D881741-60B3-47CC-A54E-1CD20896A73E}" type="parTrans" cxnId="{D4340A80-8F97-4012-A75A-C41DCD0D56C7}">
      <dgm:prSet/>
      <dgm:spPr/>
      <dgm:t>
        <a:bodyPr/>
        <a:lstStyle/>
        <a:p>
          <a:endParaRPr lang="en-US"/>
        </a:p>
      </dgm:t>
    </dgm:pt>
    <dgm:pt modelId="{309A7AA6-27C1-4DCC-8510-AC782912ED28}" type="sibTrans" cxnId="{D4340A80-8F97-4012-A75A-C41DCD0D56C7}">
      <dgm:prSet/>
      <dgm:spPr/>
      <dgm:t>
        <a:bodyPr/>
        <a:lstStyle/>
        <a:p>
          <a:endParaRPr lang="en-US"/>
        </a:p>
      </dgm:t>
    </dgm:pt>
    <dgm:pt modelId="{D90D8AE9-C79A-47B8-9199-8BC3F927D23E}">
      <dgm:prSet/>
      <dgm:spPr/>
      <dgm:t>
        <a:bodyPr/>
        <a:lstStyle/>
        <a:p>
          <a:r>
            <a:rPr lang="en-IN"/>
            <a:t>Pie chart</a:t>
          </a:r>
          <a:endParaRPr lang="en-US"/>
        </a:p>
      </dgm:t>
    </dgm:pt>
    <dgm:pt modelId="{C283C887-0A53-45A3-9161-8C35714DE6E8}" type="parTrans" cxnId="{39A38E26-5C88-476E-BD35-6C2C77AE342B}">
      <dgm:prSet/>
      <dgm:spPr/>
      <dgm:t>
        <a:bodyPr/>
        <a:lstStyle/>
        <a:p>
          <a:endParaRPr lang="en-US"/>
        </a:p>
      </dgm:t>
    </dgm:pt>
    <dgm:pt modelId="{938ACEFA-1C8B-4B3E-9737-353433708128}" type="sibTrans" cxnId="{39A38E26-5C88-476E-BD35-6C2C77AE342B}">
      <dgm:prSet/>
      <dgm:spPr/>
      <dgm:t>
        <a:bodyPr/>
        <a:lstStyle/>
        <a:p>
          <a:endParaRPr lang="en-US"/>
        </a:p>
      </dgm:t>
    </dgm:pt>
    <dgm:pt modelId="{C54DBA6A-18B7-45AA-B727-BB4E46A3FF18}">
      <dgm:prSet/>
      <dgm:spPr/>
      <dgm:t>
        <a:bodyPr/>
        <a:lstStyle/>
        <a:p>
          <a:r>
            <a:rPr lang="en-IN"/>
            <a:t>Histogram</a:t>
          </a:r>
          <a:endParaRPr lang="en-US"/>
        </a:p>
      </dgm:t>
    </dgm:pt>
    <dgm:pt modelId="{E15A0BB1-C683-49F7-B5F7-9B638D9189E6}" type="parTrans" cxnId="{1D348B05-2A2C-418D-A977-29AEC6DDD2C9}">
      <dgm:prSet/>
      <dgm:spPr/>
      <dgm:t>
        <a:bodyPr/>
        <a:lstStyle/>
        <a:p>
          <a:endParaRPr lang="en-US"/>
        </a:p>
      </dgm:t>
    </dgm:pt>
    <dgm:pt modelId="{047EF5A8-89F8-44C5-8055-515DE25132B8}" type="sibTrans" cxnId="{1D348B05-2A2C-418D-A977-29AEC6DDD2C9}">
      <dgm:prSet/>
      <dgm:spPr/>
      <dgm:t>
        <a:bodyPr/>
        <a:lstStyle/>
        <a:p>
          <a:endParaRPr lang="en-US"/>
        </a:p>
      </dgm:t>
    </dgm:pt>
    <dgm:pt modelId="{0CA77228-A860-434D-97FB-BE131AA0BDA2}">
      <dgm:prSet/>
      <dgm:spPr/>
      <dgm:t>
        <a:bodyPr/>
        <a:lstStyle/>
        <a:p>
          <a:r>
            <a:rPr lang="en-IN"/>
            <a:t>Frequency table</a:t>
          </a:r>
          <a:endParaRPr lang="en-US"/>
        </a:p>
      </dgm:t>
    </dgm:pt>
    <dgm:pt modelId="{5C3121CE-DCCD-4C15-A997-318A80FAD937}" type="parTrans" cxnId="{8441474A-8D7E-4D9D-87AF-B65B9C43D384}">
      <dgm:prSet/>
      <dgm:spPr/>
      <dgm:t>
        <a:bodyPr/>
        <a:lstStyle/>
        <a:p>
          <a:endParaRPr lang="en-US"/>
        </a:p>
      </dgm:t>
    </dgm:pt>
    <dgm:pt modelId="{838582B0-8A09-40E5-8073-C9F508ABC067}" type="sibTrans" cxnId="{8441474A-8D7E-4D9D-87AF-B65B9C43D384}">
      <dgm:prSet/>
      <dgm:spPr/>
      <dgm:t>
        <a:bodyPr/>
        <a:lstStyle/>
        <a:p>
          <a:endParaRPr lang="en-US"/>
        </a:p>
      </dgm:t>
    </dgm:pt>
    <dgm:pt modelId="{F2D63FDF-6536-405B-A442-CC9A4716B3DF}">
      <dgm:prSet/>
      <dgm:spPr/>
      <dgm:t>
        <a:bodyPr/>
        <a:lstStyle/>
        <a:p>
          <a:r>
            <a:rPr lang="en-IN"/>
            <a:t>Covariance</a:t>
          </a:r>
          <a:endParaRPr lang="en-US"/>
        </a:p>
      </dgm:t>
    </dgm:pt>
    <dgm:pt modelId="{FCA98C6F-E720-49F2-8611-1A9F5060A2EB}" type="parTrans" cxnId="{807AE873-7535-45AC-B98E-3399A20B9210}">
      <dgm:prSet/>
      <dgm:spPr/>
      <dgm:t>
        <a:bodyPr/>
        <a:lstStyle/>
        <a:p>
          <a:endParaRPr lang="en-US"/>
        </a:p>
      </dgm:t>
    </dgm:pt>
    <dgm:pt modelId="{314FF137-3BCC-4172-BA0F-8CB5766B73C7}" type="sibTrans" cxnId="{807AE873-7535-45AC-B98E-3399A20B9210}">
      <dgm:prSet/>
      <dgm:spPr/>
      <dgm:t>
        <a:bodyPr/>
        <a:lstStyle/>
        <a:p>
          <a:endParaRPr lang="en-US"/>
        </a:p>
      </dgm:t>
    </dgm:pt>
    <dgm:pt modelId="{C23B03B5-3E5E-42F6-86CC-BB2B4F7A0487}">
      <dgm:prSet/>
      <dgm:spPr/>
      <dgm:t>
        <a:bodyPr/>
        <a:lstStyle/>
        <a:p>
          <a:r>
            <a:rPr lang="en-IN"/>
            <a:t>Box plot</a:t>
          </a:r>
          <a:endParaRPr lang="en-US"/>
        </a:p>
      </dgm:t>
    </dgm:pt>
    <dgm:pt modelId="{334C4FA1-D0EE-4851-80CC-D2B6063D5FDD}" type="parTrans" cxnId="{C4026DFF-E492-49BE-941F-ADD265700F9B}">
      <dgm:prSet/>
      <dgm:spPr/>
      <dgm:t>
        <a:bodyPr/>
        <a:lstStyle/>
        <a:p>
          <a:endParaRPr lang="en-US"/>
        </a:p>
      </dgm:t>
    </dgm:pt>
    <dgm:pt modelId="{120198B2-6487-4E48-9D1C-7E3FC3C58AF6}" type="sibTrans" cxnId="{C4026DFF-E492-49BE-941F-ADD265700F9B}">
      <dgm:prSet/>
      <dgm:spPr/>
      <dgm:t>
        <a:bodyPr/>
        <a:lstStyle/>
        <a:p>
          <a:endParaRPr lang="en-US"/>
        </a:p>
      </dgm:t>
    </dgm:pt>
    <dgm:pt modelId="{3C0B9CDF-ABC2-4B62-80DB-D2C747C3F616}">
      <dgm:prSet/>
      <dgm:spPr/>
      <dgm:t>
        <a:bodyPr/>
        <a:lstStyle/>
        <a:p>
          <a:r>
            <a:rPr lang="en-IN"/>
            <a:t>Treemap</a:t>
          </a:r>
          <a:endParaRPr lang="en-US"/>
        </a:p>
      </dgm:t>
    </dgm:pt>
    <dgm:pt modelId="{9D57B032-84D6-414D-9597-9F3F0452EAE4}" type="parTrans" cxnId="{FFA74763-F28B-489C-AB18-74581AF2CF2A}">
      <dgm:prSet/>
      <dgm:spPr/>
      <dgm:t>
        <a:bodyPr/>
        <a:lstStyle/>
        <a:p>
          <a:endParaRPr lang="en-US"/>
        </a:p>
      </dgm:t>
    </dgm:pt>
    <dgm:pt modelId="{31422F2C-95FB-4891-B32D-1251FFEB3E98}" type="sibTrans" cxnId="{FFA74763-F28B-489C-AB18-74581AF2CF2A}">
      <dgm:prSet/>
      <dgm:spPr/>
      <dgm:t>
        <a:bodyPr/>
        <a:lstStyle/>
        <a:p>
          <a:endParaRPr lang="en-US"/>
        </a:p>
      </dgm:t>
    </dgm:pt>
    <dgm:pt modelId="{677758EF-72E5-41D3-B34C-FB99DE1A8B35}">
      <dgm:prSet/>
      <dgm:spPr/>
      <dgm:t>
        <a:bodyPr/>
        <a:lstStyle/>
        <a:p>
          <a:r>
            <a:rPr lang="en-IN"/>
            <a:t>Text table </a:t>
          </a:r>
          <a:endParaRPr lang="en-US"/>
        </a:p>
      </dgm:t>
    </dgm:pt>
    <dgm:pt modelId="{1FE7462B-9DB1-4452-88F8-7BF2AEE5FEAA}" type="parTrans" cxnId="{0CC6BF27-42F9-4864-A091-8B869EF697B0}">
      <dgm:prSet/>
      <dgm:spPr/>
      <dgm:t>
        <a:bodyPr/>
        <a:lstStyle/>
        <a:p>
          <a:endParaRPr lang="en-US"/>
        </a:p>
      </dgm:t>
    </dgm:pt>
    <dgm:pt modelId="{9B6B62D5-C77E-441E-B859-34449FDEA4DC}" type="sibTrans" cxnId="{0CC6BF27-42F9-4864-A091-8B869EF697B0}">
      <dgm:prSet/>
      <dgm:spPr/>
      <dgm:t>
        <a:bodyPr/>
        <a:lstStyle/>
        <a:p>
          <a:endParaRPr lang="en-US"/>
        </a:p>
      </dgm:t>
    </dgm:pt>
    <dgm:pt modelId="{679A1952-86D8-4EDE-ADB7-43C6C7CE95BC}">
      <dgm:prSet/>
      <dgm:spPr/>
      <dgm:t>
        <a:bodyPr/>
        <a:lstStyle/>
        <a:p>
          <a:r>
            <a:rPr lang="en-IN"/>
            <a:t>Map view</a:t>
          </a:r>
          <a:endParaRPr lang="en-US"/>
        </a:p>
      </dgm:t>
    </dgm:pt>
    <dgm:pt modelId="{CA739AE5-B404-4A2C-8256-7C16474C64D4}" type="parTrans" cxnId="{83DCE1BF-CA3E-44A4-9F6B-7738A5FCB256}">
      <dgm:prSet/>
      <dgm:spPr/>
      <dgm:t>
        <a:bodyPr/>
        <a:lstStyle/>
        <a:p>
          <a:endParaRPr lang="en-US"/>
        </a:p>
      </dgm:t>
    </dgm:pt>
    <dgm:pt modelId="{E1E95D44-174D-45AC-8AB5-D57BD965E737}" type="sibTrans" cxnId="{83DCE1BF-CA3E-44A4-9F6B-7738A5FCB256}">
      <dgm:prSet/>
      <dgm:spPr/>
      <dgm:t>
        <a:bodyPr/>
        <a:lstStyle/>
        <a:p>
          <a:endParaRPr lang="en-US"/>
        </a:p>
      </dgm:t>
    </dgm:pt>
    <dgm:pt modelId="{843DF099-9F8D-4D52-A85A-8D255718E76A}" type="pres">
      <dgm:prSet presAssocID="{51B30A58-0213-4D50-BA61-E33D8143FBC7}" presName="linear" presStyleCnt="0">
        <dgm:presLayoutVars>
          <dgm:dir/>
          <dgm:animLvl val="lvl"/>
          <dgm:resizeHandles val="exact"/>
        </dgm:presLayoutVars>
      </dgm:prSet>
      <dgm:spPr/>
    </dgm:pt>
    <dgm:pt modelId="{9D1F1E7D-31AF-4894-87B4-49F578622335}" type="pres">
      <dgm:prSet presAssocID="{A7C94AE0-A4F4-4592-9EA9-C1D48B66076C}" presName="parentLin" presStyleCnt="0"/>
      <dgm:spPr/>
    </dgm:pt>
    <dgm:pt modelId="{8B84C1B7-B4CC-4D56-AF70-416AC8CF0463}" type="pres">
      <dgm:prSet presAssocID="{A7C94AE0-A4F4-4592-9EA9-C1D48B66076C}" presName="parentLeftMargin" presStyleLbl="node1" presStyleIdx="0" presStyleCnt="2"/>
      <dgm:spPr/>
    </dgm:pt>
    <dgm:pt modelId="{DBA89A4D-19BD-4C0C-BECC-147AC54C472A}" type="pres">
      <dgm:prSet presAssocID="{A7C94AE0-A4F4-4592-9EA9-C1D48B66076C}" presName="parentText" presStyleLbl="node1" presStyleIdx="0" presStyleCnt="2">
        <dgm:presLayoutVars>
          <dgm:chMax val="0"/>
          <dgm:bulletEnabled val="1"/>
        </dgm:presLayoutVars>
      </dgm:prSet>
      <dgm:spPr/>
    </dgm:pt>
    <dgm:pt modelId="{7216698B-3331-4B16-A8C5-955E9342CADA}" type="pres">
      <dgm:prSet presAssocID="{A7C94AE0-A4F4-4592-9EA9-C1D48B66076C}" presName="negativeSpace" presStyleCnt="0"/>
      <dgm:spPr/>
    </dgm:pt>
    <dgm:pt modelId="{4AA4B55D-BE17-4A71-A7DF-0E0FA656F701}" type="pres">
      <dgm:prSet presAssocID="{A7C94AE0-A4F4-4592-9EA9-C1D48B66076C}" presName="childText" presStyleLbl="conFgAcc1" presStyleIdx="0" presStyleCnt="2">
        <dgm:presLayoutVars>
          <dgm:bulletEnabled val="1"/>
        </dgm:presLayoutVars>
      </dgm:prSet>
      <dgm:spPr/>
    </dgm:pt>
    <dgm:pt modelId="{E936A5A8-F7FF-4A75-A7F3-FAC7D26606D7}" type="pres">
      <dgm:prSet presAssocID="{33919146-2104-4949-ADF1-202B80824DBA}" presName="spaceBetweenRectangles" presStyleCnt="0"/>
      <dgm:spPr/>
    </dgm:pt>
    <dgm:pt modelId="{04D0D96E-77F6-4210-B443-3F4DAD070A6B}" type="pres">
      <dgm:prSet presAssocID="{15927DAD-96B0-45AF-8D36-87A1271560C8}" presName="parentLin" presStyleCnt="0"/>
      <dgm:spPr/>
    </dgm:pt>
    <dgm:pt modelId="{86C92284-550B-4317-AE0E-B0B5A31AF0F8}" type="pres">
      <dgm:prSet presAssocID="{15927DAD-96B0-45AF-8D36-87A1271560C8}" presName="parentLeftMargin" presStyleLbl="node1" presStyleIdx="0" presStyleCnt="2"/>
      <dgm:spPr/>
    </dgm:pt>
    <dgm:pt modelId="{8CADA2B6-C6EB-4B54-B360-601C786F8F4F}" type="pres">
      <dgm:prSet presAssocID="{15927DAD-96B0-45AF-8D36-87A1271560C8}" presName="parentText" presStyleLbl="node1" presStyleIdx="1" presStyleCnt="2">
        <dgm:presLayoutVars>
          <dgm:chMax val="0"/>
          <dgm:bulletEnabled val="1"/>
        </dgm:presLayoutVars>
      </dgm:prSet>
      <dgm:spPr/>
    </dgm:pt>
    <dgm:pt modelId="{355029D0-345B-4DF0-953E-C1B4CDB93C1E}" type="pres">
      <dgm:prSet presAssocID="{15927DAD-96B0-45AF-8D36-87A1271560C8}" presName="negativeSpace" presStyleCnt="0"/>
      <dgm:spPr/>
    </dgm:pt>
    <dgm:pt modelId="{A41CB860-E759-4795-8497-11BA07CD16FC}" type="pres">
      <dgm:prSet presAssocID="{15927DAD-96B0-45AF-8D36-87A1271560C8}" presName="childText" presStyleLbl="conFgAcc1" presStyleIdx="1" presStyleCnt="2">
        <dgm:presLayoutVars>
          <dgm:bulletEnabled val="1"/>
        </dgm:presLayoutVars>
      </dgm:prSet>
      <dgm:spPr/>
    </dgm:pt>
  </dgm:ptLst>
  <dgm:cxnLst>
    <dgm:cxn modelId="{1D348B05-2A2C-418D-A977-29AEC6DDD2C9}" srcId="{15927DAD-96B0-45AF-8D36-87A1271560C8}" destId="{C54DBA6A-18B7-45AA-B727-BB4E46A3FF18}" srcOrd="1" destOrd="0" parTransId="{E15A0BB1-C683-49F7-B5F7-9B638D9189E6}" sibTransId="{047EF5A8-89F8-44C5-8055-515DE25132B8}"/>
    <dgm:cxn modelId="{02187C09-5C8E-40A2-9751-A68EAC463882}" srcId="{51B30A58-0213-4D50-BA61-E33D8143FBC7}" destId="{A7C94AE0-A4F4-4592-9EA9-C1D48B66076C}" srcOrd="0" destOrd="0" parTransId="{910CAF9B-80DB-4E3F-915B-15E0C9770F5C}" sibTransId="{33919146-2104-4949-ADF1-202B80824DBA}"/>
    <dgm:cxn modelId="{E6CB5E0B-BC54-4223-8D77-F3D8C9AA7DB9}" type="presOf" srcId="{D90D8AE9-C79A-47B8-9199-8BC3F927D23E}" destId="{A41CB860-E759-4795-8497-11BA07CD16FC}" srcOrd="0" destOrd="0" presId="urn:microsoft.com/office/officeart/2005/8/layout/list1"/>
    <dgm:cxn modelId="{39A38E26-5C88-476E-BD35-6C2C77AE342B}" srcId="{15927DAD-96B0-45AF-8D36-87A1271560C8}" destId="{D90D8AE9-C79A-47B8-9199-8BC3F927D23E}" srcOrd="0" destOrd="0" parTransId="{C283C887-0A53-45A3-9161-8C35714DE6E8}" sibTransId="{938ACEFA-1C8B-4B3E-9737-353433708128}"/>
    <dgm:cxn modelId="{0CC6BF27-42F9-4864-A091-8B869EF697B0}" srcId="{15927DAD-96B0-45AF-8D36-87A1271560C8}" destId="{677758EF-72E5-41D3-B34C-FB99DE1A8B35}" srcOrd="6" destOrd="0" parTransId="{1FE7462B-9DB1-4452-88F8-7BF2AEE5FEAA}" sibTransId="{9B6B62D5-C77E-441E-B859-34449FDEA4DC}"/>
    <dgm:cxn modelId="{AFAC0631-86C4-40B8-BFD8-CF1CFA516683}" srcId="{A7C94AE0-A4F4-4592-9EA9-C1D48B66076C}" destId="{7250C24B-8AD2-4964-B240-82226A1E37CB}" srcOrd="0" destOrd="0" parTransId="{42F8A7C2-1B78-4C9D-9A8E-1A24B5E9E147}" sibTransId="{60B030EC-A661-4C30-86C3-8C56AE502799}"/>
    <dgm:cxn modelId="{91D3133B-D9E2-4714-ADF6-29D67C0F8E96}" type="presOf" srcId="{15927DAD-96B0-45AF-8D36-87A1271560C8}" destId="{8CADA2B6-C6EB-4B54-B360-601C786F8F4F}" srcOrd="1" destOrd="0" presId="urn:microsoft.com/office/officeart/2005/8/layout/list1"/>
    <dgm:cxn modelId="{78AA805C-BCF3-4FFE-BF31-61002B164184}" type="presOf" srcId="{F2D63FDF-6536-405B-A442-CC9A4716B3DF}" destId="{A41CB860-E759-4795-8497-11BA07CD16FC}" srcOrd="0" destOrd="3" presId="urn:microsoft.com/office/officeart/2005/8/layout/list1"/>
    <dgm:cxn modelId="{FFA74763-F28B-489C-AB18-74581AF2CF2A}" srcId="{15927DAD-96B0-45AF-8D36-87A1271560C8}" destId="{3C0B9CDF-ABC2-4B62-80DB-D2C747C3F616}" srcOrd="5" destOrd="0" parTransId="{9D57B032-84D6-414D-9597-9F3F0452EAE4}" sibTransId="{31422F2C-95FB-4891-B32D-1251FFEB3E98}"/>
    <dgm:cxn modelId="{C2E1FF48-285A-4F83-971E-D22980822D78}" type="presOf" srcId="{A7C94AE0-A4F4-4592-9EA9-C1D48B66076C}" destId="{DBA89A4D-19BD-4C0C-BECC-147AC54C472A}" srcOrd="1" destOrd="0" presId="urn:microsoft.com/office/officeart/2005/8/layout/list1"/>
    <dgm:cxn modelId="{8441474A-8D7E-4D9D-87AF-B65B9C43D384}" srcId="{15927DAD-96B0-45AF-8D36-87A1271560C8}" destId="{0CA77228-A860-434D-97FB-BE131AA0BDA2}" srcOrd="2" destOrd="0" parTransId="{5C3121CE-DCCD-4C15-A997-318A80FAD937}" sibTransId="{838582B0-8A09-40E5-8073-C9F508ABC067}"/>
    <dgm:cxn modelId="{E12D854E-EE2E-4511-A132-014091725394}" type="presOf" srcId="{C23B03B5-3E5E-42F6-86CC-BB2B4F7A0487}" destId="{A41CB860-E759-4795-8497-11BA07CD16FC}" srcOrd="0" destOrd="4" presId="urn:microsoft.com/office/officeart/2005/8/layout/list1"/>
    <dgm:cxn modelId="{BF0B6170-0C23-40CA-804E-9FA2432AC81B}" type="presOf" srcId="{677758EF-72E5-41D3-B34C-FB99DE1A8B35}" destId="{A41CB860-E759-4795-8497-11BA07CD16FC}" srcOrd="0" destOrd="6" presId="urn:microsoft.com/office/officeart/2005/8/layout/list1"/>
    <dgm:cxn modelId="{0760D572-92C1-4601-A460-A0DC7FD26D51}" type="presOf" srcId="{A7C94AE0-A4F4-4592-9EA9-C1D48B66076C}" destId="{8B84C1B7-B4CC-4D56-AF70-416AC8CF0463}" srcOrd="0" destOrd="0" presId="urn:microsoft.com/office/officeart/2005/8/layout/list1"/>
    <dgm:cxn modelId="{807AE873-7535-45AC-B98E-3399A20B9210}" srcId="{15927DAD-96B0-45AF-8D36-87A1271560C8}" destId="{F2D63FDF-6536-405B-A442-CC9A4716B3DF}" srcOrd="3" destOrd="0" parTransId="{FCA98C6F-E720-49F2-8611-1A9F5060A2EB}" sibTransId="{314FF137-3BCC-4172-BA0F-8CB5766B73C7}"/>
    <dgm:cxn modelId="{51012878-8DB7-4ED4-9EA7-D68597A1364A}" type="presOf" srcId="{15927DAD-96B0-45AF-8D36-87A1271560C8}" destId="{86C92284-550B-4317-AE0E-B0B5A31AF0F8}" srcOrd="0" destOrd="0" presId="urn:microsoft.com/office/officeart/2005/8/layout/list1"/>
    <dgm:cxn modelId="{D4340A80-8F97-4012-A75A-C41DCD0D56C7}" srcId="{51B30A58-0213-4D50-BA61-E33D8143FBC7}" destId="{15927DAD-96B0-45AF-8D36-87A1271560C8}" srcOrd="1" destOrd="0" parTransId="{0D881741-60B3-47CC-A54E-1CD20896A73E}" sibTransId="{309A7AA6-27C1-4DCC-8510-AC782912ED28}"/>
    <dgm:cxn modelId="{66CC5D84-F2DE-464E-AD6E-A13088E4D904}" type="presOf" srcId="{679A1952-86D8-4EDE-ADB7-43C6C7CE95BC}" destId="{A41CB860-E759-4795-8497-11BA07CD16FC}" srcOrd="0" destOrd="7" presId="urn:microsoft.com/office/officeart/2005/8/layout/list1"/>
    <dgm:cxn modelId="{E4CC238A-F5C4-4D15-92A7-BA9EC4D36478}" type="presOf" srcId="{C54DBA6A-18B7-45AA-B727-BB4E46A3FF18}" destId="{A41CB860-E759-4795-8497-11BA07CD16FC}" srcOrd="0" destOrd="1" presId="urn:microsoft.com/office/officeart/2005/8/layout/list1"/>
    <dgm:cxn modelId="{12303F94-E6A3-4202-81E6-A174A6511990}" type="presOf" srcId="{51B30A58-0213-4D50-BA61-E33D8143FBC7}" destId="{843DF099-9F8D-4D52-A85A-8D255718E76A}" srcOrd="0" destOrd="0" presId="urn:microsoft.com/office/officeart/2005/8/layout/list1"/>
    <dgm:cxn modelId="{1E6ABD96-B85F-4DBC-818F-3E0555B0E829}" type="presOf" srcId="{3C0B9CDF-ABC2-4B62-80DB-D2C747C3F616}" destId="{A41CB860-E759-4795-8497-11BA07CD16FC}" srcOrd="0" destOrd="5" presId="urn:microsoft.com/office/officeart/2005/8/layout/list1"/>
    <dgm:cxn modelId="{83DCE1BF-CA3E-44A4-9F6B-7738A5FCB256}" srcId="{15927DAD-96B0-45AF-8D36-87A1271560C8}" destId="{679A1952-86D8-4EDE-ADB7-43C6C7CE95BC}" srcOrd="7" destOrd="0" parTransId="{CA739AE5-B404-4A2C-8256-7C16474C64D4}" sibTransId="{E1E95D44-174D-45AC-8AB5-D57BD965E737}"/>
    <dgm:cxn modelId="{184841EE-F830-4E8D-B53E-D894807F1129}" type="presOf" srcId="{0CA77228-A860-434D-97FB-BE131AA0BDA2}" destId="{A41CB860-E759-4795-8497-11BA07CD16FC}" srcOrd="0" destOrd="2" presId="urn:microsoft.com/office/officeart/2005/8/layout/list1"/>
    <dgm:cxn modelId="{83EF03F3-2DA1-4A81-AC51-5C8B68C046F3}" type="presOf" srcId="{7250C24B-8AD2-4964-B240-82226A1E37CB}" destId="{4AA4B55D-BE17-4A71-A7DF-0E0FA656F701}" srcOrd="0" destOrd="0" presId="urn:microsoft.com/office/officeart/2005/8/layout/list1"/>
    <dgm:cxn modelId="{C4026DFF-E492-49BE-941F-ADD265700F9B}" srcId="{15927DAD-96B0-45AF-8D36-87A1271560C8}" destId="{C23B03B5-3E5E-42F6-86CC-BB2B4F7A0487}" srcOrd="4" destOrd="0" parTransId="{334C4FA1-D0EE-4851-80CC-D2B6063D5FDD}" sibTransId="{120198B2-6487-4E48-9D1C-7E3FC3C58AF6}"/>
    <dgm:cxn modelId="{270F53E9-5657-4007-9E71-7B5073635115}" type="presParOf" srcId="{843DF099-9F8D-4D52-A85A-8D255718E76A}" destId="{9D1F1E7D-31AF-4894-87B4-49F578622335}" srcOrd="0" destOrd="0" presId="urn:microsoft.com/office/officeart/2005/8/layout/list1"/>
    <dgm:cxn modelId="{EF87F6FB-E7DB-40C4-9380-56C9FF626ED9}" type="presParOf" srcId="{9D1F1E7D-31AF-4894-87B4-49F578622335}" destId="{8B84C1B7-B4CC-4D56-AF70-416AC8CF0463}" srcOrd="0" destOrd="0" presId="urn:microsoft.com/office/officeart/2005/8/layout/list1"/>
    <dgm:cxn modelId="{0077213F-2F15-4C17-8186-DECABFE1E0D7}" type="presParOf" srcId="{9D1F1E7D-31AF-4894-87B4-49F578622335}" destId="{DBA89A4D-19BD-4C0C-BECC-147AC54C472A}" srcOrd="1" destOrd="0" presId="urn:microsoft.com/office/officeart/2005/8/layout/list1"/>
    <dgm:cxn modelId="{54E16C47-5E4A-41D8-9A74-D0F61926CEA7}" type="presParOf" srcId="{843DF099-9F8D-4D52-A85A-8D255718E76A}" destId="{7216698B-3331-4B16-A8C5-955E9342CADA}" srcOrd="1" destOrd="0" presId="urn:microsoft.com/office/officeart/2005/8/layout/list1"/>
    <dgm:cxn modelId="{96D6469A-B131-4DD3-AC0E-FE809EA10AAB}" type="presParOf" srcId="{843DF099-9F8D-4D52-A85A-8D255718E76A}" destId="{4AA4B55D-BE17-4A71-A7DF-0E0FA656F701}" srcOrd="2" destOrd="0" presId="urn:microsoft.com/office/officeart/2005/8/layout/list1"/>
    <dgm:cxn modelId="{33AB077B-D6CA-4C7D-9623-8E2FABB1C64B}" type="presParOf" srcId="{843DF099-9F8D-4D52-A85A-8D255718E76A}" destId="{E936A5A8-F7FF-4A75-A7F3-FAC7D26606D7}" srcOrd="3" destOrd="0" presId="urn:microsoft.com/office/officeart/2005/8/layout/list1"/>
    <dgm:cxn modelId="{23F2F341-0EDC-4B37-BF97-6578C6D2A1D0}" type="presParOf" srcId="{843DF099-9F8D-4D52-A85A-8D255718E76A}" destId="{04D0D96E-77F6-4210-B443-3F4DAD070A6B}" srcOrd="4" destOrd="0" presId="urn:microsoft.com/office/officeart/2005/8/layout/list1"/>
    <dgm:cxn modelId="{B2DB8B84-D082-43B8-B46D-9A80442DCC7E}" type="presParOf" srcId="{04D0D96E-77F6-4210-B443-3F4DAD070A6B}" destId="{86C92284-550B-4317-AE0E-B0B5A31AF0F8}" srcOrd="0" destOrd="0" presId="urn:microsoft.com/office/officeart/2005/8/layout/list1"/>
    <dgm:cxn modelId="{EAC806BD-9D24-42A3-9B71-3887250D35F6}" type="presParOf" srcId="{04D0D96E-77F6-4210-B443-3F4DAD070A6B}" destId="{8CADA2B6-C6EB-4B54-B360-601C786F8F4F}" srcOrd="1" destOrd="0" presId="urn:microsoft.com/office/officeart/2005/8/layout/list1"/>
    <dgm:cxn modelId="{2532B2D9-3074-49AA-B2D8-96E85ED1F1B7}" type="presParOf" srcId="{843DF099-9F8D-4D52-A85A-8D255718E76A}" destId="{355029D0-345B-4DF0-953E-C1B4CDB93C1E}" srcOrd="5" destOrd="0" presId="urn:microsoft.com/office/officeart/2005/8/layout/list1"/>
    <dgm:cxn modelId="{A705D933-B24B-480D-9896-F6BDA08E4B78}" type="presParOf" srcId="{843DF099-9F8D-4D52-A85A-8D255718E76A}" destId="{A41CB860-E759-4795-8497-11BA07CD16F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F823FC-FCFD-4761-BE1D-2168E33F034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53095F52-8A58-4B08-8F58-63C8CE9E307F}">
      <dgm:prSet/>
      <dgm:spPr/>
      <dgm:t>
        <a:bodyPr/>
        <a:lstStyle/>
        <a:p>
          <a:r>
            <a:rPr lang="en-IN" b="1"/>
            <a:t>Handling missing values</a:t>
          </a:r>
          <a:endParaRPr lang="en-US"/>
        </a:p>
      </dgm:t>
    </dgm:pt>
    <dgm:pt modelId="{A1A3DD71-C28E-4A0A-BCEF-D57F2023AAF2}" type="parTrans" cxnId="{E7340C70-2A34-4DE5-933B-5C32EF7E8034}">
      <dgm:prSet/>
      <dgm:spPr/>
      <dgm:t>
        <a:bodyPr/>
        <a:lstStyle/>
        <a:p>
          <a:endParaRPr lang="en-US"/>
        </a:p>
      </dgm:t>
    </dgm:pt>
    <dgm:pt modelId="{E9EE3ADA-FEAF-47D7-9799-B16AAAC9391C}" type="sibTrans" cxnId="{E7340C70-2A34-4DE5-933B-5C32EF7E8034}">
      <dgm:prSet/>
      <dgm:spPr/>
      <dgm:t>
        <a:bodyPr/>
        <a:lstStyle/>
        <a:p>
          <a:endParaRPr lang="en-US"/>
        </a:p>
      </dgm:t>
    </dgm:pt>
    <dgm:pt modelId="{0D30E36D-8A23-4A8E-B86B-05E5775B7CD1}">
      <dgm:prSet/>
      <dgm:spPr/>
      <dgm:t>
        <a:bodyPr/>
        <a:lstStyle/>
        <a:p>
          <a:r>
            <a:rPr lang="en-IN" b="1"/>
            <a:t>Data transformation</a:t>
          </a:r>
          <a:endParaRPr lang="en-US"/>
        </a:p>
      </dgm:t>
    </dgm:pt>
    <dgm:pt modelId="{E046ED27-5AF4-48C5-B3EE-FED501EB06E8}" type="parTrans" cxnId="{FB80158A-F8F8-4CCD-A8DD-0B6F6A96F62F}">
      <dgm:prSet/>
      <dgm:spPr/>
      <dgm:t>
        <a:bodyPr/>
        <a:lstStyle/>
        <a:p>
          <a:endParaRPr lang="en-US"/>
        </a:p>
      </dgm:t>
    </dgm:pt>
    <dgm:pt modelId="{FE96CD21-3862-4E14-AAAB-79A4C43B6FB7}" type="sibTrans" cxnId="{FB80158A-F8F8-4CCD-A8DD-0B6F6A96F62F}">
      <dgm:prSet/>
      <dgm:spPr/>
      <dgm:t>
        <a:bodyPr/>
        <a:lstStyle/>
        <a:p>
          <a:endParaRPr lang="en-US"/>
        </a:p>
      </dgm:t>
    </dgm:pt>
    <dgm:pt modelId="{2E45EEF7-23E7-48B4-BCD0-C2093B9BF5B5}">
      <dgm:prSet/>
      <dgm:spPr/>
      <dgm:t>
        <a:bodyPr/>
        <a:lstStyle/>
        <a:p>
          <a:r>
            <a:rPr lang="en-IN" b="1"/>
            <a:t>Dealing with Outliers</a:t>
          </a:r>
          <a:endParaRPr lang="en-US"/>
        </a:p>
      </dgm:t>
    </dgm:pt>
    <dgm:pt modelId="{072ADA9B-9A8C-4CF9-B2F9-2DF66C37C26E}" type="parTrans" cxnId="{8BE6485F-4C06-459E-849C-A4869E064CA8}">
      <dgm:prSet/>
      <dgm:spPr/>
      <dgm:t>
        <a:bodyPr/>
        <a:lstStyle/>
        <a:p>
          <a:endParaRPr lang="en-US"/>
        </a:p>
      </dgm:t>
    </dgm:pt>
    <dgm:pt modelId="{6E62B7FB-2F0E-451A-96A1-B02AFA0A175D}" type="sibTrans" cxnId="{8BE6485F-4C06-459E-849C-A4869E064CA8}">
      <dgm:prSet/>
      <dgm:spPr/>
      <dgm:t>
        <a:bodyPr/>
        <a:lstStyle/>
        <a:p>
          <a:endParaRPr lang="en-US"/>
        </a:p>
      </dgm:t>
    </dgm:pt>
    <dgm:pt modelId="{A3E470B1-5510-4F20-95A1-7CAEAA387072}" type="pres">
      <dgm:prSet presAssocID="{52F823FC-FCFD-4761-BE1D-2168E33F034D}" presName="hierChild1" presStyleCnt="0">
        <dgm:presLayoutVars>
          <dgm:chPref val="1"/>
          <dgm:dir/>
          <dgm:animOne val="branch"/>
          <dgm:animLvl val="lvl"/>
          <dgm:resizeHandles/>
        </dgm:presLayoutVars>
      </dgm:prSet>
      <dgm:spPr/>
    </dgm:pt>
    <dgm:pt modelId="{2F964B7E-E64D-4299-BC8D-CC9EF1CE6A83}" type="pres">
      <dgm:prSet presAssocID="{53095F52-8A58-4B08-8F58-63C8CE9E307F}" presName="hierRoot1" presStyleCnt="0"/>
      <dgm:spPr/>
    </dgm:pt>
    <dgm:pt modelId="{1999E141-5555-4ED2-A044-AB7A1B3C1AA4}" type="pres">
      <dgm:prSet presAssocID="{53095F52-8A58-4B08-8F58-63C8CE9E307F}" presName="composite" presStyleCnt="0"/>
      <dgm:spPr/>
    </dgm:pt>
    <dgm:pt modelId="{698D49B9-501E-466D-9A39-A6C6F73B1451}" type="pres">
      <dgm:prSet presAssocID="{53095F52-8A58-4B08-8F58-63C8CE9E307F}" presName="background" presStyleLbl="node0" presStyleIdx="0" presStyleCnt="3"/>
      <dgm:spPr/>
    </dgm:pt>
    <dgm:pt modelId="{2BC4CA49-CBA5-40E2-BEF7-C6CB405EC1F2}" type="pres">
      <dgm:prSet presAssocID="{53095F52-8A58-4B08-8F58-63C8CE9E307F}" presName="text" presStyleLbl="fgAcc0" presStyleIdx="0" presStyleCnt="3">
        <dgm:presLayoutVars>
          <dgm:chPref val="3"/>
        </dgm:presLayoutVars>
      </dgm:prSet>
      <dgm:spPr/>
    </dgm:pt>
    <dgm:pt modelId="{C71D949C-F302-4859-B341-E63BD3898796}" type="pres">
      <dgm:prSet presAssocID="{53095F52-8A58-4B08-8F58-63C8CE9E307F}" presName="hierChild2" presStyleCnt="0"/>
      <dgm:spPr/>
    </dgm:pt>
    <dgm:pt modelId="{193E123A-221F-4823-B30C-47F151882616}" type="pres">
      <dgm:prSet presAssocID="{0D30E36D-8A23-4A8E-B86B-05E5775B7CD1}" presName="hierRoot1" presStyleCnt="0"/>
      <dgm:spPr/>
    </dgm:pt>
    <dgm:pt modelId="{157AA8E9-E33A-48CD-AAA9-0362B2CFCF28}" type="pres">
      <dgm:prSet presAssocID="{0D30E36D-8A23-4A8E-B86B-05E5775B7CD1}" presName="composite" presStyleCnt="0"/>
      <dgm:spPr/>
    </dgm:pt>
    <dgm:pt modelId="{4070E1D8-9D70-480A-A17E-63CC86A26EE4}" type="pres">
      <dgm:prSet presAssocID="{0D30E36D-8A23-4A8E-B86B-05E5775B7CD1}" presName="background" presStyleLbl="node0" presStyleIdx="1" presStyleCnt="3"/>
      <dgm:spPr/>
    </dgm:pt>
    <dgm:pt modelId="{12FAF896-603B-45BF-B94F-B00486C3AAED}" type="pres">
      <dgm:prSet presAssocID="{0D30E36D-8A23-4A8E-B86B-05E5775B7CD1}" presName="text" presStyleLbl="fgAcc0" presStyleIdx="1" presStyleCnt="3">
        <dgm:presLayoutVars>
          <dgm:chPref val="3"/>
        </dgm:presLayoutVars>
      </dgm:prSet>
      <dgm:spPr/>
    </dgm:pt>
    <dgm:pt modelId="{DCB934B3-8025-4141-8DB4-78484DAC807C}" type="pres">
      <dgm:prSet presAssocID="{0D30E36D-8A23-4A8E-B86B-05E5775B7CD1}" presName="hierChild2" presStyleCnt="0"/>
      <dgm:spPr/>
    </dgm:pt>
    <dgm:pt modelId="{78D670F7-22E7-4550-B8EF-A3642439C00F}" type="pres">
      <dgm:prSet presAssocID="{2E45EEF7-23E7-48B4-BCD0-C2093B9BF5B5}" presName="hierRoot1" presStyleCnt="0"/>
      <dgm:spPr/>
    </dgm:pt>
    <dgm:pt modelId="{FAE2C3C9-C944-4B6B-B224-EA3F66A62A1C}" type="pres">
      <dgm:prSet presAssocID="{2E45EEF7-23E7-48B4-BCD0-C2093B9BF5B5}" presName="composite" presStyleCnt="0"/>
      <dgm:spPr/>
    </dgm:pt>
    <dgm:pt modelId="{231577DA-A48A-4840-9F3F-9408191AD141}" type="pres">
      <dgm:prSet presAssocID="{2E45EEF7-23E7-48B4-BCD0-C2093B9BF5B5}" presName="background" presStyleLbl="node0" presStyleIdx="2" presStyleCnt="3"/>
      <dgm:spPr/>
    </dgm:pt>
    <dgm:pt modelId="{E4512CA2-ED41-402B-BCC8-E5799DF72BD7}" type="pres">
      <dgm:prSet presAssocID="{2E45EEF7-23E7-48B4-BCD0-C2093B9BF5B5}" presName="text" presStyleLbl="fgAcc0" presStyleIdx="2" presStyleCnt="3">
        <dgm:presLayoutVars>
          <dgm:chPref val="3"/>
        </dgm:presLayoutVars>
      </dgm:prSet>
      <dgm:spPr/>
    </dgm:pt>
    <dgm:pt modelId="{052F97EC-7C78-405F-AE5B-63361FAEBA9D}" type="pres">
      <dgm:prSet presAssocID="{2E45EEF7-23E7-48B4-BCD0-C2093B9BF5B5}" presName="hierChild2" presStyleCnt="0"/>
      <dgm:spPr/>
    </dgm:pt>
  </dgm:ptLst>
  <dgm:cxnLst>
    <dgm:cxn modelId="{B20B590C-B6CC-44BE-9E9D-461F12E41139}" type="presOf" srcId="{2E45EEF7-23E7-48B4-BCD0-C2093B9BF5B5}" destId="{E4512CA2-ED41-402B-BCC8-E5799DF72BD7}" srcOrd="0" destOrd="0" presId="urn:microsoft.com/office/officeart/2005/8/layout/hierarchy1"/>
    <dgm:cxn modelId="{8BE6485F-4C06-459E-849C-A4869E064CA8}" srcId="{52F823FC-FCFD-4761-BE1D-2168E33F034D}" destId="{2E45EEF7-23E7-48B4-BCD0-C2093B9BF5B5}" srcOrd="2" destOrd="0" parTransId="{072ADA9B-9A8C-4CF9-B2F9-2DF66C37C26E}" sibTransId="{6E62B7FB-2F0E-451A-96A1-B02AFA0A175D}"/>
    <dgm:cxn modelId="{E7340C70-2A34-4DE5-933B-5C32EF7E8034}" srcId="{52F823FC-FCFD-4761-BE1D-2168E33F034D}" destId="{53095F52-8A58-4B08-8F58-63C8CE9E307F}" srcOrd="0" destOrd="0" parTransId="{A1A3DD71-C28E-4A0A-BCEF-D57F2023AAF2}" sibTransId="{E9EE3ADA-FEAF-47D7-9799-B16AAAC9391C}"/>
    <dgm:cxn modelId="{FB80158A-F8F8-4CCD-A8DD-0B6F6A96F62F}" srcId="{52F823FC-FCFD-4761-BE1D-2168E33F034D}" destId="{0D30E36D-8A23-4A8E-B86B-05E5775B7CD1}" srcOrd="1" destOrd="0" parTransId="{E046ED27-5AF4-48C5-B3EE-FED501EB06E8}" sibTransId="{FE96CD21-3862-4E14-AAAB-79A4C43B6FB7}"/>
    <dgm:cxn modelId="{6C913DAC-8FDB-4DBB-9E20-2D2230E1B890}" type="presOf" srcId="{52F823FC-FCFD-4761-BE1D-2168E33F034D}" destId="{A3E470B1-5510-4F20-95A1-7CAEAA387072}" srcOrd="0" destOrd="0" presId="urn:microsoft.com/office/officeart/2005/8/layout/hierarchy1"/>
    <dgm:cxn modelId="{455F41D0-00A0-45BA-B829-9D33A873A5DA}" type="presOf" srcId="{53095F52-8A58-4B08-8F58-63C8CE9E307F}" destId="{2BC4CA49-CBA5-40E2-BEF7-C6CB405EC1F2}" srcOrd="0" destOrd="0" presId="urn:microsoft.com/office/officeart/2005/8/layout/hierarchy1"/>
    <dgm:cxn modelId="{E2CCCBDA-510A-4605-BD74-32B17F4767FE}" type="presOf" srcId="{0D30E36D-8A23-4A8E-B86B-05E5775B7CD1}" destId="{12FAF896-603B-45BF-B94F-B00486C3AAED}" srcOrd="0" destOrd="0" presId="urn:microsoft.com/office/officeart/2005/8/layout/hierarchy1"/>
    <dgm:cxn modelId="{648B22B4-79E0-4530-A2BB-7693AD085632}" type="presParOf" srcId="{A3E470B1-5510-4F20-95A1-7CAEAA387072}" destId="{2F964B7E-E64D-4299-BC8D-CC9EF1CE6A83}" srcOrd="0" destOrd="0" presId="urn:microsoft.com/office/officeart/2005/8/layout/hierarchy1"/>
    <dgm:cxn modelId="{7AB21DF1-97AB-451D-984E-0FDCCD0B9457}" type="presParOf" srcId="{2F964B7E-E64D-4299-BC8D-CC9EF1CE6A83}" destId="{1999E141-5555-4ED2-A044-AB7A1B3C1AA4}" srcOrd="0" destOrd="0" presId="urn:microsoft.com/office/officeart/2005/8/layout/hierarchy1"/>
    <dgm:cxn modelId="{2ED3DE5E-BD22-4C24-BD40-D1B6EC5E9CC6}" type="presParOf" srcId="{1999E141-5555-4ED2-A044-AB7A1B3C1AA4}" destId="{698D49B9-501E-466D-9A39-A6C6F73B1451}" srcOrd="0" destOrd="0" presId="urn:microsoft.com/office/officeart/2005/8/layout/hierarchy1"/>
    <dgm:cxn modelId="{31EEDA00-3E43-4032-8E0F-C618CE83B46F}" type="presParOf" srcId="{1999E141-5555-4ED2-A044-AB7A1B3C1AA4}" destId="{2BC4CA49-CBA5-40E2-BEF7-C6CB405EC1F2}" srcOrd="1" destOrd="0" presId="urn:microsoft.com/office/officeart/2005/8/layout/hierarchy1"/>
    <dgm:cxn modelId="{28973EF1-7F2B-495F-A362-38A8D33B7003}" type="presParOf" srcId="{2F964B7E-E64D-4299-BC8D-CC9EF1CE6A83}" destId="{C71D949C-F302-4859-B341-E63BD3898796}" srcOrd="1" destOrd="0" presId="urn:microsoft.com/office/officeart/2005/8/layout/hierarchy1"/>
    <dgm:cxn modelId="{F98B3F37-8316-48BA-A851-0F0DA2818B06}" type="presParOf" srcId="{A3E470B1-5510-4F20-95A1-7CAEAA387072}" destId="{193E123A-221F-4823-B30C-47F151882616}" srcOrd="1" destOrd="0" presId="urn:microsoft.com/office/officeart/2005/8/layout/hierarchy1"/>
    <dgm:cxn modelId="{99B3C1B8-C2CF-452A-9E0A-BF06766B0979}" type="presParOf" srcId="{193E123A-221F-4823-B30C-47F151882616}" destId="{157AA8E9-E33A-48CD-AAA9-0362B2CFCF28}" srcOrd="0" destOrd="0" presId="urn:microsoft.com/office/officeart/2005/8/layout/hierarchy1"/>
    <dgm:cxn modelId="{97227B1F-DFB8-4F0C-8382-AD53EB3129C6}" type="presParOf" srcId="{157AA8E9-E33A-48CD-AAA9-0362B2CFCF28}" destId="{4070E1D8-9D70-480A-A17E-63CC86A26EE4}" srcOrd="0" destOrd="0" presId="urn:microsoft.com/office/officeart/2005/8/layout/hierarchy1"/>
    <dgm:cxn modelId="{8C469661-AD39-425A-B371-CDE263888FB2}" type="presParOf" srcId="{157AA8E9-E33A-48CD-AAA9-0362B2CFCF28}" destId="{12FAF896-603B-45BF-B94F-B00486C3AAED}" srcOrd="1" destOrd="0" presId="urn:microsoft.com/office/officeart/2005/8/layout/hierarchy1"/>
    <dgm:cxn modelId="{92244811-EEEF-45E4-BCAC-093D7EDD635A}" type="presParOf" srcId="{193E123A-221F-4823-B30C-47F151882616}" destId="{DCB934B3-8025-4141-8DB4-78484DAC807C}" srcOrd="1" destOrd="0" presId="urn:microsoft.com/office/officeart/2005/8/layout/hierarchy1"/>
    <dgm:cxn modelId="{ECD9808F-A258-42A4-B8B4-1B174B61D0CD}" type="presParOf" srcId="{A3E470B1-5510-4F20-95A1-7CAEAA387072}" destId="{78D670F7-22E7-4550-B8EF-A3642439C00F}" srcOrd="2" destOrd="0" presId="urn:microsoft.com/office/officeart/2005/8/layout/hierarchy1"/>
    <dgm:cxn modelId="{28DEA0F2-8658-4A16-95BA-6D426D28F6E2}" type="presParOf" srcId="{78D670F7-22E7-4550-B8EF-A3642439C00F}" destId="{FAE2C3C9-C944-4B6B-B224-EA3F66A62A1C}" srcOrd="0" destOrd="0" presId="urn:microsoft.com/office/officeart/2005/8/layout/hierarchy1"/>
    <dgm:cxn modelId="{F2F3D2D5-5A17-4D2D-8D7F-937A38337A15}" type="presParOf" srcId="{FAE2C3C9-C944-4B6B-B224-EA3F66A62A1C}" destId="{231577DA-A48A-4840-9F3F-9408191AD141}" srcOrd="0" destOrd="0" presId="urn:microsoft.com/office/officeart/2005/8/layout/hierarchy1"/>
    <dgm:cxn modelId="{14AD38D6-8FEC-4652-9500-F2EAB5A8987B}" type="presParOf" srcId="{FAE2C3C9-C944-4B6B-B224-EA3F66A62A1C}" destId="{E4512CA2-ED41-402B-BCC8-E5799DF72BD7}" srcOrd="1" destOrd="0" presId="urn:microsoft.com/office/officeart/2005/8/layout/hierarchy1"/>
    <dgm:cxn modelId="{4A088B1C-09BF-4EF7-84A3-99D42AD21E67}" type="presParOf" srcId="{78D670F7-22E7-4550-B8EF-A3642439C00F}" destId="{052F97EC-7C78-405F-AE5B-63361FAEBA9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D4B509-07C2-40A9-A565-49696DF9840A}"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12D71C17-D126-44FA-9B1B-73B682BD76C0}">
      <dgm:prSet/>
      <dgm:spPr/>
      <dgm:t>
        <a:bodyPr/>
        <a:lstStyle/>
        <a:p>
          <a:r>
            <a:rPr lang="en-IN" b="1" dirty="0"/>
            <a:t>Handling missing values for numeric data with </a:t>
          </a:r>
          <a:r>
            <a:rPr lang="en-IN" b="1" dirty="0">
              <a:solidFill>
                <a:srgbClr val="FF0000"/>
              </a:solidFill>
            </a:rPr>
            <a:t>Average</a:t>
          </a:r>
          <a:endParaRPr lang="en-US" b="1" dirty="0">
            <a:solidFill>
              <a:srgbClr val="FF0000"/>
            </a:solidFill>
          </a:endParaRPr>
        </a:p>
      </dgm:t>
    </dgm:pt>
    <dgm:pt modelId="{7B7BDB4D-21B7-4ACC-BEFE-E5C33D07A02D}" type="parTrans" cxnId="{F7E0BCEE-F6E1-4510-92CB-F6BA2F4D265D}">
      <dgm:prSet/>
      <dgm:spPr/>
      <dgm:t>
        <a:bodyPr/>
        <a:lstStyle/>
        <a:p>
          <a:endParaRPr lang="en-US"/>
        </a:p>
      </dgm:t>
    </dgm:pt>
    <dgm:pt modelId="{7DB81970-756D-4D47-BC3D-96F4C50AEE34}" type="sibTrans" cxnId="{F7E0BCEE-F6E1-4510-92CB-F6BA2F4D265D}">
      <dgm:prSet/>
      <dgm:spPr/>
      <dgm:t>
        <a:bodyPr/>
        <a:lstStyle/>
        <a:p>
          <a:endParaRPr lang="en-US"/>
        </a:p>
      </dgm:t>
    </dgm:pt>
    <dgm:pt modelId="{217DE0AB-11A3-49CF-91E1-585172D35FF3}">
      <dgm:prSet/>
      <dgm:spPr/>
      <dgm:t>
        <a:bodyPr/>
        <a:lstStyle/>
        <a:p>
          <a:pPr>
            <a:buFont typeface="Wingdings" panose="05000000000000000000" pitchFamily="2" charset="2"/>
            <a:buChar char="Ø"/>
          </a:pPr>
          <a:r>
            <a:rPr lang="en-IN" dirty="0"/>
            <a:t>- Magnitude</a:t>
          </a:r>
          <a:endParaRPr lang="en-US" dirty="0"/>
        </a:p>
      </dgm:t>
    </dgm:pt>
    <dgm:pt modelId="{FBDFF5A2-DD0A-4592-93E7-47B98C447A74}" type="parTrans" cxnId="{9B7FFB46-D487-47B5-B604-B1ED796DFAED}">
      <dgm:prSet/>
      <dgm:spPr/>
      <dgm:t>
        <a:bodyPr/>
        <a:lstStyle/>
        <a:p>
          <a:endParaRPr lang="en-US"/>
        </a:p>
      </dgm:t>
    </dgm:pt>
    <dgm:pt modelId="{4E8E3CC5-0392-4F5D-992A-00B3A3CA6189}" type="sibTrans" cxnId="{9B7FFB46-D487-47B5-B604-B1ED796DFAED}">
      <dgm:prSet/>
      <dgm:spPr/>
      <dgm:t>
        <a:bodyPr/>
        <a:lstStyle/>
        <a:p>
          <a:endParaRPr lang="en-US"/>
        </a:p>
      </dgm:t>
    </dgm:pt>
    <dgm:pt modelId="{2709F0CF-122D-48AB-9BE8-5E19B4F8ECD5}">
      <dgm:prSet/>
      <dgm:spPr/>
      <dgm:t>
        <a:bodyPr/>
        <a:lstStyle/>
        <a:p>
          <a:r>
            <a:rPr lang="en-IN" dirty="0"/>
            <a:t>- </a:t>
          </a:r>
          <a:r>
            <a:rPr lang="en-IN" dirty="0" err="1"/>
            <a:t>Cdi</a:t>
          </a:r>
          <a:endParaRPr lang="en-US" dirty="0"/>
        </a:p>
      </dgm:t>
    </dgm:pt>
    <dgm:pt modelId="{47920F3D-DDA5-4FBF-9EF2-51508D1F5976}" type="parTrans" cxnId="{7E19B825-10F5-4078-9D8F-626328B47128}">
      <dgm:prSet/>
      <dgm:spPr/>
      <dgm:t>
        <a:bodyPr/>
        <a:lstStyle/>
        <a:p>
          <a:endParaRPr lang="en-US"/>
        </a:p>
      </dgm:t>
    </dgm:pt>
    <dgm:pt modelId="{5E7823C6-EAD4-4D4D-9DB7-FF3B1785E209}" type="sibTrans" cxnId="{7E19B825-10F5-4078-9D8F-626328B47128}">
      <dgm:prSet/>
      <dgm:spPr/>
      <dgm:t>
        <a:bodyPr/>
        <a:lstStyle/>
        <a:p>
          <a:endParaRPr lang="en-US"/>
        </a:p>
      </dgm:t>
    </dgm:pt>
    <dgm:pt modelId="{3A27C73A-A3B2-4329-A8DE-955D6E8D300B}">
      <dgm:prSet/>
      <dgm:spPr/>
      <dgm:t>
        <a:bodyPr/>
        <a:lstStyle/>
        <a:p>
          <a:r>
            <a:rPr lang="en-IN" dirty="0"/>
            <a:t>- </a:t>
          </a:r>
          <a:r>
            <a:rPr lang="en-IN" dirty="0" err="1"/>
            <a:t>Mmi</a:t>
          </a:r>
          <a:endParaRPr lang="en-US" dirty="0"/>
        </a:p>
      </dgm:t>
    </dgm:pt>
    <dgm:pt modelId="{472DF38E-C56E-42DC-BABE-005F5097B082}" type="parTrans" cxnId="{FB2FD0C2-694A-46F5-B404-82814749AF42}">
      <dgm:prSet/>
      <dgm:spPr/>
      <dgm:t>
        <a:bodyPr/>
        <a:lstStyle/>
        <a:p>
          <a:endParaRPr lang="en-US"/>
        </a:p>
      </dgm:t>
    </dgm:pt>
    <dgm:pt modelId="{EB181CA0-73C3-4FBD-A568-DA1F0C425FDA}" type="sibTrans" cxnId="{FB2FD0C2-694A-46F5-B404-82814749AF42}">
      <dgm:prSet/>
      <dgm:spPr/>
      <dgm:t>
        <a:bodyPr/>
        <a:lstStyle/>
        <a:p>
          <a:endParaRPr lang="en-US"/>
        </a:p>
      </dgm:t>
    </dgm:pt>
    <dgm:pt modelId="{67B2B00A-8D15-41E9-B3C1-62EBB46849A2}">
      <dgm:prSet/>
      <dgm:spPr/>
      <dgm:t>
        <a:bodyPr/>
        <a:lstStyle/>
        <a:p>
          <a:r>
            <a:rPr lang="en-IN" dirty="0"/>
            <a:t>- Sig</a:t>
          </a:r>
          <a:endParaRPr lang="en-US" dirty="0"/>
        </a:p>
      </dgm:t>
    </dgm:pt>
    <dgm:pt modelId="{DF36E47C-3BD9-4CC5-96E8-A848576BAE19}" type="parTrans" cxnId="{D0469D2A-E547-4C73-984D-2E2A0C6E2109}">
      <dgm:prSet/>
      <dgm:spPr/>
      <dgm:t>
        <a:bodyPr/>
        <a:lstStyle/>
        <a:p>
          <a:endParaRPr lang="en-US"/>
        </a:p>
      </dgm:t>
    </dgm:pt>
    <dgm:pt modelId="{309FCDD0-7607-47D8-912B-8B1CA7E202CD}" type="sibTrans" cxnId="{D0469D2A-E547-4C73-984D-2E2A0C6E2109}">
      <dgm:prSet/>
      <dgm:spPr/>
      <dgm:t>
        <a:bodyPr/>
        <a:lstStyle/>
        <a:p>
          <a:endParaRPr lang="en-US"/>
        </a:p>
      </dgm:t>
    </dgm:pt>
    <dgm:pt modelId="{BA6E5C1F-40C1-45F7-A37D-C0ADF8033ECC}">
      <dgm:prSet/>
      <dgm:spPr/>
      <dgm:t>
        <a:bodyPr/>
        <a:lstStyle/>
        <a:p>
          <a:r>
            <a:rPr lang="en-IN" dirty="0"/>
            <a:t>- </a:t>
          </a:r>
          <a:r>
            <a:rPr lang="en-IN" dirty="0" err="1"/>
            <a:t>Dmin</a:t>
          </a:r>
          <a:endParaRPr lang="en-US" dirty="0"/>
        </a:p>
      </dgm:t>
    </dgm:pt>
    <dgm:pt modelId="{590D6AA8-775F-47F3-BBD7-C36673123CD6}" type="parTrans" cxnId="{4811AE94-49B0-4C66-BA0E-640857B86D6A}">
      <dgm:prSet/>
      <dgm:spPr/>
      <dgm:t>
        <a:bodyPr/>
        <a:lstStyle/>
        <a:p>
          <a:endParaRPr lang="en-US"/>
        </a:p>
      </dgm:t>
    </dgm:pt>
    <dgm:pt modelId="{C062A62F-9BA7-4F56-B4A6-BE36BEBD35DA}" type="sibTrans" cxnId="{4811AE94-49B0-4C66-BA0E-640857B86D6A}">
      <dgm:prSet/>
      <dgm:spPr/>
      <dgm:t>
        <a:bodyPr/>
        <a:lstStyle/>
        <a:p>
          <a:endParaRPr lang="en-US"/>
        </a:p>
      </dgm:t>
    </dgm:pt>
    <dgm:pt modelId="{8F344D17-848E-43DE-99E1-3C1C7FB61527}">
      <dgm:prSet/>
      <dgm:spPr/>
      <dgm:t>
        <a:bodyPr/>
        <a:lstStyle/>
        <a:p>
          <a:r>
            <a:rPr lang="en-IN" dirty="0"/>
            <a:t>- Gap</a:t>
          </a:r>
          <a:endParaRPr lang="en-US" dirty="0"/>
        </a:p>
      </dgm:t>
    </dgm:pt>
    <dgm:pt modelId="{FC2B44F3-4569-4218-BAFF-D9D030C3C523}" type="parTrans" cxnId="{AA5F9D29-75A0-447A-9757-5C2434CC3386}">
      <dgm:prSet/>
      <dgm:spPr/>
      <dgm:t>
        <a:bodyPr/>
        <a:lstStyle/>
        <a:p>
          <a:endParaRPr lang="en-US"/>
        </a:p>
      </dgm:t>
    </dgm:pt>
    <dgm:pt modelId="{BE153986-8D6F-4A2F-B46F-64AC8ACAF556}" type="sibTrans" cxnId="{AA5F9D29-75A0-447A-9757-5C2434CC3386}">
      <dgm:prSet/>
      <dgm:spPr/>
      <dgm:t>
        <a:bodyPr/>
        <a:lstStyle/>
        <a:p>
          <a:endParaRPr lang="en-US"/>
        </a:p>
      </dgm:t>
    </dgm:pt>
    <dgm:pt modelId="{C7FC09F1-0A57-4910-AC3F-12AE16A6C6B6}">
      <dgm:prSet/>
      <dgm:spPr/>
      <dgm:t>
        <a:bodyPr/>
        <a:lstStyle/>
        <a:p>
          <a:r>
            <a:rPr lang="en-IN" dirty="0"/>
            <a:t>- Depth</a:t>
          </a:r>
          <a:endParaRPr lang="en-US" dirty="0"/>
        </a:p>
      </dgm:t>
    </dgm:pt>
    <dgm:pt modelId="{DA6045E3-0A5C-4F48-9D69-701F3E3F3BD9}" type="parTrans" cxnId="{70A9C97E-2FCD-407C-8E1A-A8E8D8B8C4B4}">
      <dgm:prSet/>
      <dgm:spPr/>
      <dgm:t>
        <a:bodyPr/>
        <a:lstStyle/>
        <a:p>
          <a:endParaRPr lang="en-US"/>
        </a:p>
      </dgm:t>
    </dgm:pt>
    <dgm:pt modelId="{BE6FF134-63E6-47F7-A1B1-E99F54C998F9}" type="sibTrans" cxnId="{70A9C97E-2FCD-407C-8E1A-A8E8D8B8C4B4}">
      <dgm:prSet/>
      <dgm:spPr/>
      <dgm:t>
        <a:bodyPr/>
        <a:lstStyle/>
        <a:p>
          <a:endParaRPr lang="en-US"/>
        </a:p>
      </dgm:t>
    </dgm:pt>
    <dgm:pt modelId="{F6890A83-F6E0-470C-9714-E7CF73B077AA}" type="pres">
      <dgm:prSet presAssocID="{67D4B509-07C2-40A9-A565-49696DF9840A}" presName="vert0" presStyleCnt="0">
        <dgm:presLayoutVars>
          <dgm:dir/>
          <dgm:animOne val="branch"/>
          <dgm:animLvl val="lvl"/>
        </dgm:presLayoutVars>
      </dgm:prSet>
      <dgm:spPr/>
    </dgm:pt>
    <dgm:pt modelId="{9B67DB61-D4BF-4FD2-A6E2-1572320F116B}" type="pres">
      <dgm:prSet presAssocID="{12D71C17-D126-44FA-9B1B-73B682BD76C0}" presName="thickLine" presStyleLbl="alignNode1" presStyleIdx="0" presStyleCnt="1"/>
      <dgm:spPr/>
    </dgm:pt>
    <dgm:pt modelId="{AE437DC9-3501-40CF-8476-6DBD076B994A}" type="pres">
      <dgm:prSet presAssocID="{12D71C17-D126-44FA-9B1B-73B682BD76C0}" presName="horz1" presStyleCnt="0"/>
      <dgm:spPr/>
    </dgm:pt>
    <dgm:pt modelId="{14691536-2702-450F-AFD7-1C7C3C165AA2}" type="pres">
      <dgm:prSet presAssocID="{12D71C17-D126-44FA-9B1B-73B682BD76C0}" presName="tx1" presStyleLbl="revTx" presStyleIdx="0" presStyleCnt="8"/>
      <dgm:spPr/>
    </dgm:pt>
    <dgm:pt modelId="{6F08DEDF-57FD-4567-AE16-AF8BDB022EFE}" type="pres">
      <dgm:prSet presAssocID="{12D71C17-D126-44FA-9B1B-73B682BD76C0}" presName="vert1" presStyleCnt="0"/>
      <dgm:spPr/>
    </dgm:pt>
    <dgm:pt modelId="{043CF96B-3851-4567-BCDE-04298C113BBE}" type="pres">
      <dgm:prSet presAssocID="{217DE0AB-11A3-49CF-91E1-585172D35FF3}" presName="vertSpace2a" presStyleCnt="0"/>
      <dgm:spPr/>
    </dgm:pt>
    <dgm:pt modelId="{9117179B-564A-40EF-ACB7-90DA26C13F36}" type="pres">
      <dgm:prSet presAssocID="{217DE0AB-11A3-49CF-91E1-585172D35FF3}" presName="horz2" presStyleCnt="0"/>
      <dgm:spPr/>
    </dgm:pt>
    <dgm:pt modelId="{0FF7595C-221E-43DB-97E5-4D3B9DDFD942}" type="pres">
      <dgm:prSet presAssocID="{217DE0AB-11A3-49CF-91E1-585172D35FF3}" presName="horzSpace2" presStyleCnt="0"/>
      <dgm:spPr/>
    </dgm:pt>
    <dgm:pt modelId="{88E8EC61-D48B-4CAD-9D20-3169EC8C6285}" type="pres">
      <dgm:prSet presAssocID="{217DE0AB-11A3-49CF-91E1-585172D35FF3}" presName="tx2" presStyleLbl="revTx" presStyleIdx="1" presStyleCnt="8"/>
      <dgm:spPr/>
    </dgm:pt>
    <dgm:pt modelId="{99708CF9-75CF-4886-A8E0-3A7C7F757695}" type="pres">
      <dgm:prSet presAssocID="{217DE0AB-11A3-49CF-91E1-585172D35FF3}" presName="vert2" presStyleCnt="0"/>
      <dgm:spPr/>
    </dgm:pt>
    <dgm:pt modelId="{FCE39563-A638-4A40-95B5-9936D444B861}" type="pres">
      <dgm:prSet presAssocID="{217DE0AB-11A3-49CF-91E1-585172D35FF3}" presName="thinLine2b" presStyleLbl="callout" presStyleIdx="0" presStyleCnt="7"/>
      <dgm:spPr/>
    </dgm:pt>
    <dgm:pt modelId="{E2283F8D-5402-4D15-880A-448C67F44467}" type="pres">
      <dgm:prSet presAssocID="{217DE0AB-11A3-49CF-91E1-585172D35FF3}" presName="vertSpace2b" presStyleCnt="0"/>
      <dgm:spPr/>
    </dgm:pt>
    <dgm:pt modelId="{DC1D4114-B988-4D31-9165-1FBE19AEC5D5}" type="pres">
      <dgm:prSet presAssocID="{2709F0CF-122D-48AB-9BE8-5E19B4F8ECD5}" presName="horz2" presStyleCnt="0"/>
      <dgm:spPr/>
    </dgm:pt>
    <dgm:pt modelId="{6894857E-45C9-4329-A947-426036FC5CC9}" type="pres">
      <dgm:prSet presAssocID="{2709F0CF-122D-48AB-9BE8-5E19B4F8ECD5}" presName="horzSpace2" presStyleCnt="0"/>
      <dgm:spPr/>
    </dgm:pt>
    <dgm:pt modelId="{A1849831-F55C-4421-863E-8FE52ADEC5CB}" type="pres">
      <dgm:prSet presAssocID="{2709F0CF-122D-48AB-9BE8-5E19B4F8ECD5}" presName="tx2" presStyleLbl="revTx" presStyleIdx="2" presStyleCnt="8"/>
      <dgm:spPr/>
    </dgm:pt>
    <dgm:pt modelId="{E0794DC3-1AFF-42A0-84C1-168E384D6F04}" type="pres">
      <dgm:prSet presAssocID="{2709F0CF-122D-48AB-9BE8-5E19B4F8ECD5}" presName="vert2" presStyleCnt="0"/>
      <dgm:spPr/>
    </dgm:pt>
    <dgm:pt modelId="{A6D23443-BCEA-4C9D-B12A-B0C3CCC29A63}" type="pres">
      <dgm:prSet presAssocID="{2709F0CF-122D-48AB-9BE8-5E19B4F8ECD5}" presName="thinLine2b" presStyleLbl="callout" presStyleIdx="1" presStyleCnt="7"/>
      <dgm:spPr/>
    </dgm:pt>
    <dgm:pt modelId="{46F41129-AF96-4499-8E82-70907E506DA8}" type="pres">
      <dgm:prSet presAssocID="{2709F0CF-122D-48AB-9BE8-5E19B4F8ECD5}" presName="vertSpace2b" presStyleCnt="0"/>
      <dgm:spPr/>
    </dgm:pt>
    <dgm:pt modelId="{2D3EA7EB-124A-4FC7-AE6B-98C08082F9FC}" type="pres">
      <dgm:prSet presAssocID="{3A27C73A-A3B2-4329-A8DE-955D6E8D300B}" presName="horz2" presStyleCnt="0"/>
      <dgm:spPr/>
    </dgm:pt>
    <dgm:pt modelId="{123B54EC-75F0-445C-9A38-378E25E17449}" type="pres">
      <dgm:prSet presAssocID="{3A27C73A-A3B2-4329-A8DE-955D6E8D300B}" presName="horzSpace2" presStyleCnt="0"/>
      <dgm:spPr/>
    </dgm:pt>
    <dgm:pt modelId="{86949203-F3EB-46A7-A180-D4D23543FE36}" type="pres">
      <dgm:prSet presAssocID="{3A27C73A-A3B2-4329-A8DE-955D6E8D300B}" presName="tx2" presStyleLbl="revTx" presStyleIdx="3" presStyleCnt="8"/>
      <dgm:spPr/>
    </dgm:pt>
    <dgm:pt modelId="{1B6330C6-E1E5-4886-9912-8BB326E916DE}" type="pres">
      <dgm:prSet presAssocID="{3A27C73A-A3B2-4329-A8DE-955D6E8D300B}" presName="vert2" presStyleCnt="0"/>
      <dgm:spPr/>
    </dgm:pt>
    <dgm:pt modelId="{35D1752B-05F2-4804-BE5C-7830C60F6C02}" type="pres">
      <dgm:prSet presAssocID="{3A27C73A-A3B2-4329-A8DE-955D6E8D300B}" presName="thinLine2b" presStyleLbl="callout" presStyleIdx="2" presStyleCnt="7"/>
      <dgm:spPr/>
    </dgm:pt>
    <dgm:pt modelId="{7A9A0D58-8911-4E8C-B02C-987B4AF41BC3}" type="pres">
      <dgm:prSet presAssocID="{3A27C73A-A3B2-4329-A8DE-955D6E8D300B}" presName="vertSpace2b" presStyleCnt="0"/>
      <dgm:spPr/>
    </dgm:pt>
    <dgm:pt modelId="{262A0738-6792-434D-B111-AF6C890CE76E}" type="pres">
      <dgm:prSet presAssocID="{67B2B00A-8D15-41E9-B3C1-62EBB46849A2}" presName="horz2" presStyleCnt="0"/>
      <dgm:spPr/>
    </dgm:pt>
    <dgm:pt modelId="{C0437B0E-0994-4FD7-9BF4-78B87B935A08}" type="pres">
      <dgm:prSet presAssocID="{67B2B00A-8D15-41E9-B3C1-62EBB46849A2}" presName="horzSpace2" presStyleCnt="0"/>
      <dgm:spPr/>
    </dgm:pt>
    <dgm:pt modelId="{FE8863F1-1D22-428C-9870-0A789ABB7168}" type="pres">
      <dgm:prSet presAssocID="{67B2B00A-8D15-41E9-B3C1-62EBB46849A2}" presName="tx2" presStyleLbl="revTx" presStyleIdx="4" presStyleCnt="8"/>
      <dgm:spPr/>
    </dgm:pt>
    <dgm:pt modelId="{EE1ED805-BE7B-4AD9-BAD6-BB6BA88FCB78}" type="pres">
      <dgm:prSet presAssocID="{67B2B00A-8D15-41E9-B3C1-62EBB46849A2}" presName="vert2" presStyleCnt="0"/>
      <dgm:spPr/>
    </dgm:pt>
    <dgm:pt modelId="{36EB0F7D-4D7B-44DD-8614-D334FC188461}" type="pres">
      <dgm:prSet presAssocID="{67B2B00A-8D15-41E9-B3C1-62EBB46849A2}" presName="thinLine2b" presStyleLbl="callout" presStyleIdx="3" presStyleCnt="7"/>
      <dgm:spPr/>
    </dgm:pt>
    <dgm:pt modelId="{6464C58D-C99F-4129-BFFD-0EF8825F7F61}" type="pres">
      <dgm:prSet presAssocID="{67B2B00A-8D15-41E9-B3C1-62EBB46849A2}" presName="vertSpace2b" presStyleCnt="0"/>
      <dgm:spPr/>
    </dgm:pt>
    <dgm:pt modelId="{3E9E1CCB-418F-4F6F-B037-075E96336C20}" type="pres">
      <dgm:prSet presAssocID="{BA6E5C1F-40C1-45F7-A37D-C0ADF8033ECC}" presName="horz2" presStyleCnt="0"/>
      <dgm:spPr/>
    </dgm:pt>
    <dgm:pt modelId="{C201000F-9730-483A-9D80-ADD75D2E98CC}" type="pres">
      <dgm:prSet presAssocID="{BA6E5C1F-40C1-45F7-A37D-C0ADF8033ECC}" presName="horzSpace2" presStyleCnt="0"/>
      <dgm:spPr/>
    </dgm:pt>
    <dgm:pt modelId="{1922A41A-3D59-48F4-8FDA-E3401A6C447A}" type="pres">
      <dgm:prSet presAssocID="{BA6E5C1F-40C1-45F7-A37D-C0ADF8033ECC}" presName="tx2" presStyleLbl="revTx" presStyleIdx="5" presStyleCnt="8"/>
      <dgm:spPr/>
    </dgm:pt>
    <dgm:pt modelId="{DC12447F-943A-411F-8AF3-FF861C4A292A}" type="pres">
      <dgm:prSet presAssocID="{BA6E5C1F-40C1-45F7-A37D-C0ADF8033ECC}" presName="vert2" presStyleCnt="0"/>
      <dgm:spPr/>
    </dgm:pt>
    <dgm:pt modelId="{77D5FAEC-3465-4600-91B1-2F5B1533EDAD}" type="pres">
      <dgm:prSet presAssocID="{BA6E5C1F-40C1-45F7-A37D-C0ADF8033ECC}" presName="thinLine2b" presStyleLbl="callout" presStyleIdx="4" presStyleCnt="7"/>
      <dgm:spPr/>
    </dgm:pt>
    <dgm:pt modelId="{C5553506-82F1-45A6-B62A-477C19F85CA9}" type="pres">
      <dgm:prSet presAssocID="{BA6E5C1F-40C1-45F7-A37D-C0ADF8033ECC}" presName="vertSpace2b" presStyleCnt="0"/>
      <dgm:spPr/>
    </dgm:pt>
    <dgm:pt modelId="{A9A09E2C-5769-4B3F-B80D-C8CF12783FA0}" type="pres">
      <dgm:prSet presAssocID="{8F344D17-848E-43DE-99E1-3C1C7FB61527}" presName="horz2" presStyleCnt="0"/>
      <dgm:spPr/>
    </dgm:pt>
    <dgm:pt modelId="{796F1D44-3BDB-4E90-85D8-A9656A70BF5D}" type="pres">
      <dgm:prSet presAssocID="{8F344D17-848E-43DE-99E1-3C1C7FB61527}" presName="horzSpace2" presStyleCnt="0"/>
      <dgm:spPr/>
    </dgm:pt>
    <dgm:pt modelId="{DFF5623D-3763-4D51-8EC8-F82E6B0D39BF}" type="pres">
      <dgm:prSet presAssocID="{8F344D17-848E-43DE-99E1-3C1C7FB61527}" presName="tx2" presStyleLbl="revTx" presStyleIdx="6" presStyleCnt="8"/>
      <dgm:spPr/>
    </dgm:pt>
    <dgm:pt modelId="{1D760737-0B4E-4067-A6F8-B28A84A66830}" type="pres">
      <dgm:prSet presAssocID="{8F344D17-848E-43DE-99E1-3C1C7FB61527}" presName="vert2" presStyleCnt="0"/>
      <dgm:spPr/>
    </dgm:pt>
    <dgm:pt modelId="{FBCC3106-F084-42C0-BBFF-622485C0E2EF}" type="pres">
      <dgm:prSet presAssocID="{8F344D17-848E-43DE-99E1-3C1C7FB61527}" presName="thinLine2b" presStyleLbl="callout" presStyleIdx="5" presStyleCnt="7"/>
      <dgm:spPr/>
    </dgm:pt>
    <dgm:pt modelId="{76E927E0-1A8F-48A4-99FF-66AEBCD6109E}" type="pres">
      <dgm:prSet presAssocID="{8F344D17-848E-43DE-99E1-3C1C7FB61527}" presName="vertSpace2b" presStyleCnt="0"/>
      <dgm:spPr/>
    </dgm:pt>
    <dgm:pt modelId="{FC75E937-32C2-4676-A4F2-862366A0C576}" type="pres">
      <dgm:prSet presAssocID="{C7FC09F1-0A57-4910-AC3F-12AE16A6C6B6}" presName="horz2" presStyleCnt="0"/>
      <dgm:spPr/>
    </dgm:pt>
    <dgm:pt modelId="{2F1C6E26-C40F-45F5-BC66-24C849AE87B8}" type="pres">
      <dgm:prSet presAssocID="{C7FC09F1-0A57-4910-AC3F-12AE16A6C6B6}" presName="horzSpace2" presStyleCnt="0"/>
      <dgm:spPr/>
    </dgm:pt>
    <dgm:pt modelId="{C0F827A2-10AA-42C4-97DD-9527842DA0F1}" type="pres">
      <dgm:prSet presAssocID="{C7FC09F1-0A57-4910-AC3F-12AE16A6C6B6}" presName="tx2" presStyleLbl="revTx" presStyleIdx="7" presStyleCnt="8"/>
      <dgm:spPr/>
    </dgm:pt>
    <dgm:pt modelId="{A792ECD9-8EB2-4DD7-B109-7BA18B4E2872}" type="pres">
      <dgm:prSet presAssocID="{C7FC09F1-0A57-4910-AC3F-12AE16A6C6B6}" presName="vert2" presStyleCnt="0"/>
      <dgm:spPr/>
    </dgm:pt>
    <dgm:pt modelId="{1F8A4CC9-E921-4AC8-9AF5-831CF3F0443D}" type="pres">
      <dgm:prSet presAssocID="{C7FC09F1-0A57-4910-AC3F-12AE16A6C6B6}" presName="thinLine2b" presStyleLbl="callout" presStyleIdx="6" presStyleCnt="7"/>
      <dgm:spPr/>
    </dgm:pt>
    <dgm:pt modelId="{245E3511-89E4-4155-98A5-E49B1689FF1C}" type="pres">
      <dgm:prSet presAssocID="{C7FC09F1-0A57-4910-AC3F-12AE16A6C6B6}" presName="vertSpace2b" presStyleCnt="0"/>
      <dgm:spPr/>
    </dgm:pt>
  </dgm:ptLst>
  <dgm:cxnLst>
    <dgm:cxn modelId="{5B5D8202-E39A-46E2-87CC-07AAF35821DD}" type="presOf" srcId="{8F344D17-848E-43DE-99E1-3C1C7FB61527}" destId="{DFF5623D-3763-4D51-8EC8-F82E6B0D39BF}" srcOrd="0" destOrd="0" presId="urn:microsoft.com/office/officeart/2008/layout/LinedList"/>
    <dgm:cxn modelId="{7E19B825-10F5-4078-9D8F-626328B47128}" srcId="{12D71C17-D126-44FA-9B1B-73B682BD76C0}" destId="{2709F0CF-122D-48AB-9BE8-5E19B4F8ECD5}" srcOrd="1" destOrd="0" parTransId="{47920F3D-DDA5-4FBF-9EF2-51508D1F5976}" sibTransId="{5E7823C6-EAD4-4D4D-9DB7-FF3B1785E209}"/>
    <dgm:cxn modelId="{AA5F9D29-75A0-447A-9757-5C2434CC3386}" srcId="{12D71C17-D126-44FA-9B1B-73B682BD76C0}" destId="{8F344D17-848E-43DE-99E1-3C1C7FB61527}" srcOrd="5" destOrd="0" parTransId="{FC2B44F3-4569-4218-BAFF-D9D030C3C523}" sibTransId="{BE153986-8D6F-4A2F-B46F-64AC8ACAF556}"/>
    <dgm:cxn modelId="{D0469D2A-E547-4C73-984D-2E2A0C6E2109}" srcId="{12D71C17-D126-44FA-9B1B-73B682BD76C0}" destId="{67B2B00A-8D15-41E9-B3C1-62EBB46849A2}" srcOrd="3" destOrd="0" parTransId="{DF36E47C-3BD9-4CC5-96E8-A848576BAE19}" sibTransId="{309FCDD0-7607-47D8-912B-8B1CA7E202CD}"/>
    <dgm:cxn modelId="{9B7FFB46-D487-47B5-B604-B1ED796DFAED}" srcId="{12D71C17-D126-44FA-9B1B-73B682BD76C0}" destId="{217DE0AB-11A3-49CF-91E1-585172D35FF3}" srcOrd="0" destOrd="0" parTransId="{FBDFF5A2-DD0A-4592-93E7-47B98C447A74}" sibTransId="{4E8E3CC5-0392-4F5D-992A-00B3A3CA6189}"/>
    <dgm:cxn modelId="{09020D69-1F0C-44CB-B6A0-DBF86C344A8B}" type="presOf" srcId="{2709F0CF-122D-48AB-9BE8-5E19B4F8ECD5}" destId="{A1849831-F55C-4421-863E-8FE52ADEC5CB}" srcOrd="0" destOrd="0" presId="urn:microsoft.com/office/officeart/2008/layout/LinedList"/>
    <dgm:cxn modelId="{1B4C007A-69EE-4E27-B625-771A6969F4D8}" type="presOf" srcId="{12D71C17-D126-44FA-9B1B-73B682BD76C0}" destId="{14691536-2702-450F-AFD7-1C7C3C165AA2}" srcOrd="0" destOrd="0" presId="urn:microsoft.com/office/officeart/2008/layout/LinedList"/>
    <dgm:cxn modelId="{70A9C97E-2FCD-407C-8E1A-A8E8D8B8C4B4}" srcId="{12D71C17-D126-44FA-9B1B-73B682BD76C0}" destId="{C7FC09F1-0A57-4910-AC3F-12AE16A6C6B6}" srcOrd="6" destOrd="0" parTransId="{DA6045E3-0A5C-4F48-9D69-701F3E3F3BD9}" sibTransId="{BE6FF134-63E6-47F7-A1B1-E99F54C998F9}"/>
    <dgm:cxn modelId="{2286AD84-27B9-4CAE-8947-F19B9E6CD597}" type="presOf" srcId="{BA6E5C1F-40C1-45F7-A37D-C0ADF8033ECC}" destId="{1922A41A-3D59-48F4-8FDA-E3401A6C447A}" srcOrd="0" destOrd="0" presId="urn:microsoft.com/office/officeart/2008/layout/LinedList"/>
    <dgm:cxn modelId="{4811AE94-49B0-4C66-BA0E-640857B86D6A}" srcId="{12D71C17-D126-44FA-9B1B-73B682BD76C0}" destId="{BA6E5C1F-40C1-45F7-A37D-C0ADF8033ECC}" srcOrd="4" destOrd="0" parTransId="{590D6AA8-775F-47F3-BBD7-C36673123CD6}" sibTransId="{C062A62F-9BA7-4F56-B4A6-BE36BEBD35DA}"/>
    <dgm:cxn modelId="{86A204A1-3C7C-45A6-B67C-ABC3FF682D8D}" type="presOf" srcId="{C7FC09F1-0A57-4910-AC3F-12AE16A6C6B6}" destId="{C0F827A2-10AA-42C4-97DD-9527842DA0F1}" srcOrd="0" destOrd="0" presId="urn:microsoft.com/office/officeart/2008/layout/LinedList"/>
    <dgm:cxn modelId="{518BD0A7-3BCE-441B-AFEC-0D8E418AD25A}" type="presOf" srcId="{67D4B509-07C2-40A9-A565-49696DF9840A}" destId="{F6890A83-F6E0-470C-9714-E7CF73B077AA}" srcOrd="0" destOrd="0" presId="urn:microsoft.com/office/officeart/2008/layout/LinedList"/>
    <dgm:cxn modelId="{FB2FD0C2-694A-46F5-B404-82814749AF42}" srcId="{12D71C17-D126-44FA-9B1B-73B682BD76C0}" destId="{3A27C73A-A3B2-4329-A8DE-955D6E8D300B}" srcOrd="2" destOrd="0" parTransId="{472DF38E-C56E-42DC-BABE-005F5097B082}" sibTransId="{EB181CA0-73C3-4FBD-A568-DA1F0C425FDA}"/>
    <dgm:cxn modelId="{56ACDBC3-7D1F-436E-82A4-307B8E47EC49}" type="presOf" srcId="{3A27C73A-A3B2-4329-A8DE-955D6E8D300B}" destId="{86949203-F3EB-46A7-A180-D4D23543FE36}" srcOrd="0" destOrd="0" presId="urn:microsoft.com/office/officeart/2008/layout/LinedList"/>
    <dgm:cxn modelId="{2E6608E5-5C56-4657-A64A-2F0AF0741625}" type="presOf" srcId="{67B2B00A-8D15-41E9-B3C1-62EBB46849A2}" destId="{FE8863F1-1D22-428C-9870-0A789ABB7168}" srcOrd="0" destOrd="0" presId="urn:microsoft.com/office/officeart/2008/layout/LinedList"/>
    <dgm:cxn modelId="{21C8ABE9-94BF-43DE-9938-59FF9BEA7AC4}" type="presOf" srcId="{217DE0AB-11A3-49CF-91E1-585172D35FF3}" destId="{88E8EC61-D48B-4CAD-9D20-3169EC8C6285}" srcOrd="0" destOrd="0" presId="urn:microsoft.com/office/officeart/2008/layout/LinedList"/>
    <dgm:cxn modelId="{F7E0BCEE-F6E1-4510-92CB-F6BA2F4D265D}" srcId="{67D4B509-07C2-40A9-A565-49696DF9840A}" destId="{12D71C17-D126-44FA-9B1B-73B682BD76C0}" srcOrd="0" destOrd="0" parTransId="{7B7BDB4D-21B7-4ACC-BEFE-E5C33D07A02D}" sibTransId="{7DB81970-756D-4D47-BC3D-96F4C50AEE34}"/>
    <dgm:cxn modelId="{9B3AB3E7-F540-4E9A-B718-C8E559207FF8}" type="presParOf" srcId="{F6890A83-F6E0-470C-9714-E7CF73B077AA}" destId="{9B67DB61-D4BF-4FD2-A6E2-1572320F116B}" srcOrd="0" destOrd="0" presId="urn:microsoft.com/office/officeart/2008/layout/LinedList"/>
    <dgm:cxn modelId="{096E9144-8840-45D8-B2ED-14086CB13564}" type="presParOf" srcId="{F6890A83-F6E0-470C-9714-E7CF73B077AA}" destId="{AE437DC9-3501-40CF-8476-6DBD076B994A}" srcOrd="1" destOrd="0" presId="urn:microsoft.com/office/officeart/2008/layout/LinedList"/>
    <dgm:cxn modelId="{7C3B154A-9797-4480-B3FB-A588947F5FDC}" type="presParOf" srcId="{AE437DC9-3501-40CF-8476-6DBD076B994A}" destId="{14691536-2702-450F-AFD7-1C7C3C165AA2}" srcOrd="0" destOrd="0" presId="urn:microsoft.com/office/officeart/2008/layout/LinedList"/>
    <dgm:cxn modelId="{57999EA0-15C9-4679-AFD9-C7F4E4DA34AB}" type="presParOf" srcId="{AE437DC9-3501-40CF-8476-6DBD076B994A}" destId="{6F08DEDF-57FD-4567-AE16-AF8BDB022EFE}" srcOrd="1" destOrd="0" presId="urn:microsoft.com/office/officeart/2008/layout/LinedList"/>
    <dgm:cxn modelId="{9B80A679-907B-424D-BCFF-8A5DDC82B70C}" type="presParOf" srcId="{6F08DEDF-57FD-4567-AE16-AF8BDB022EFE}" destId="{043CF96B-3851-4567-BCDE-04298C113BBE}" srcOrd="0" destOrd="0" presId="urn:microsoft.com/office/officeart/2008/layout/LinedList"/>
    <dgm:cxn modelId="{BE28DAA6-4995-44EA-B2E4-1649C6C194BB}" type="presParOf" srcId="{6F08DEDF-57FD-4567-AE16-AF8BDB022EFE}" destId="{9117179B-564A-40EF-ACB7-90DA26C13F36}" srcOrd="1" destOrd="0" presId="urn:microsoft.com/office/officeart/2008/layout/LinedList"/>
    <dgm:cxn modelId="{D3F2C486-4FA7-4306-91E1-B5388E50B6A3}" type="presParOf" srcId="{9117179B-564A-40EF-ACB7-90DA26C13F36}" destId="{0FF7595C-221E-43DB-97E5-4D3B9DDFD942}" srcOrd="0" destOrd="0" presId="urn:microsoft.com/office/officeart/2008/layout/LinedList"/>
    <dgm:cxn modelId="{DC06E3B8-0D8A-4ABF-9F5E-A57104126025}" type="presParOf" srcId="{9117179B-564A-40EF-ACB7-90DA26C13F36}" destId="{88E8EC61-D48B-4CAD-9D20-3169EC8C6285}" srcOrd="1" destOrd="0" presId="urn:microsoft.com/office/officeart/2008/layout/LinedList"/>
    <dgm:cxn modelId="{51D1E247-0D63-440E-878C-8F6C97EF7D58}" type="presParOf" srcId="{9117179B-564A-40EF-ACB7-90DA26C13F36}" destId="{99708CF9-75CF-4886-A8E0-3A7C7F757695}" srcOrd="2" destOrd="0" presId="urn:microsoft.com/office/officeart/2008/layout/LinedList"/>
    <dgm:cxn modelId="{E8ECD419-8FDD-45D4-9354-8E53CDC8ED0E}" type="presParOf" srcId="{6F08DEDF-57FD-4567-AE16-AF8BDB022EFE}" destId="{FCE39563-A638-4A40-95B5-9936D444B861}" srcOrd="2" destOrd="0" presId="urn:microsoft.com/office/officeart/2008/layout/LinedList"/>
    <dgm:cxn modelId="{D23D7FAC-6DB0-4C6D-9956-55FB7CDAB150}" type="presParOf" srcId="{6F08DEDF-57FD-4567-AE16-AF8BDB022EFE}" destId="{E2283F8D-5402-4D15-880A-448C67F44467}" srcOrd="3" destOrd="0" presId="urn:microsoft.com/office/officeart/2008/layout/LinedList"/>
    <dgm:cxn modelId="{E14EDA10-47B1-4FF3-821C-638395ECB7B1}" type="presParOf" srcId="{6F08DEDF-57FD-4567-AE16-AF8BDB022EFE}" destId="{DC1D4114-B988-4D31-9165-1FBE19AEC5D5}" srcOrd="4" destOrd="0" presId="urn:microsoft.com/office/officeart/2008/layout/LinedList"/>
    <dgm:cxn modelId="{3338A1A1-2A3E-47BE-91B4-0AE3C54D2239}" type="presParOf" srcId="{DC1D4114-B988-4D31-9165-1FBE19AEC5D5}" destId="{6894857E-45C9-4329-A947-426036FC5CC9}" srcOrd="0" destOrd="0" presId="urn:microsoft.com/office/officeart/2008/layout/LinedList"/>
    <dgm:cxn modelId="{1E0C4B89-2B1C-4ADF-BD6A-688C87C76565}" type="presParOf" srcId="{DC1D4114-B988-4D31-9165-1FBE19AEC5D5}" destId="{A1849831-F55C-4421-863E-8FE52ADEC5CB}" srcOrd="1" destOrd="0" presId="urn:microsoft.com/office/officeart/2008/layout/LinedList"/>
    <dgm:cxn modelId="{7368059A-48C9-439B-A35D-4B2090418880}" type="presParOf" srcId="{DC1D4114-B988-4D31-9165-1FBE19AEC5D5}" destId="{E0794DC3-1AFF-42A0-84C1-168E384D6F04}" srcOrd="2" destOrd="0" presId="urn:microsoft.com/office/officeart/2008/layout/LinedList"/>
    <dgm:cxn modelId="{4B8E028E-1D81-477C-B568-B8E3E2DD9EEE}" type="presParOf" srcId="{6F08DEDF-57FD-4567-AE16-AF8BDB022EFE}" destId="{A6D23443-BCEA-4C9D-B12A-B0C3CCC29A63}" srcOrd="5" destOrd="0" presId="urn:microsoft.com/office/officeart/2008/layout/LinedList"/>
    <dgm:cxn modelId="{0FDBDDA5-419C-4627-8653-22F4980A9E1E}" type="presParOf" srcId="{6F08DEDF-57FD-4567-AE16-AF8BDB022EFE}" destId="{46F41129-AF96-4499-8E82-70907E506DA8}" srcOrd="6" destOrd="0" presId="urn:microsoft.com/office/officeart/2008/layout/LinedList"/>
    <dgm:cxn modelId="{8F316729-EF61-478B-A937-806D304F466E}" type="presParOf" srcId="{6F08DEDF-57FD-4567-AE16-AF8BDB022EFE}" destId="{2D3EA7EB-124A-4FC7-AE6B-98C08082F9FC}" srcOrd="7" destOrd="0" presId="urn:microsoft.com/office/officeart/2008/layout/LinedList"/>
    <dgm:cxn modelId="{C01ED85B-9D99-48AC-8799-C24969CA8E1D}" type="presParOf" srcId="{2D3EA7EB-124A-4FC7-AE6B-98C08082F9FC}" destId="{123B54EC-75F0-445C-9A38-378E25E17449}" srcOrd="0" destOrd="0" presId="urn:microsoft.com/office/officeart/2008/layout/LinedList"/>
    <dgm:cxn modelId="{48DA4C67-C090-4EEF-87E6-9552DFBC2A98}" type="presParOf" srcId="{2D3EA7EB-124A-4FC7-AE6B-98C08082F9FC}" destId="{86949203-F3EB-46A7-A180-D4D23543FE36}" srcOrd="1" destOrd="0" presId="urn:microsoft.com/office/officeart/2008/layout/LinedList"/>
    <dgm:cxn modelId="{290624DB-6075-4EA8-877C-AF3B71541AD9}" type="presParOf" srcId="{2D3EA7EB-124A-4FC7-AE6B-98C08082F9FC}" destId="{1B6330C6-E1E5-4886-9912-8BB326E916DE}" srcOrd="2" destOrd="0" presId="urn:microsoft.com/office/officeart/2008/layout/LinedList"/>
    <dgm:cxn modelId="{D879EB5C-F917-4A0F-A748-9C2F475B8ECC}" type="presParOf" srcId="{6F08DEDF-57FD-4567-AE16-AF8BDB022EFE}" destId="{35D1752B-05F2-4804-BE5C-7830C60F6C02}" srcOrd="8" destOrd="0" presId="urn:microsoft.com/office/officeart/2008/layout/LinedList"/>
    <dgm:cxn modelId="{8424C500-4323-4A7B-9716-8D32D6B57084}" type="presParOf" srcId="{6F08DEDF-57FD-4567-AE16-AF8BDB022EFE}" destId="{7A9A0D58-8911-4E8C-B02C-987B4AF41BC3}" srcOrd="9" destOrd="0" presId="urn:microsoft.com/office/officeart/2008/layout/LinedList"/>
    <dgm:cxn modelId="{8ADE6903-0AC4-4722-B58C-99E160EF4090}" type="presParOf" srcId="{6F08DEDF-57FD-4567-AE16-AF8BDB022EFE}" destId="{262A0738-6792-434D-B111-AF6C890CE76E}" srcOrd="10" destOrd="0" presId="urn:microsoft.com/office/officeart/2008/layout/LinedList"/>
    <dgm:cxn modelId="{9F4D82E5-0F4B-4825-BB36-C16241BC6D17}" type="presParOf" srcId="{262A0738-6792-434D-B111-AF6C890CE76E}" destId="{C0437B0E-0994-4FD7-9BF4-78B87B935A08}" srcOrd="0" destOrd="0" presId="urn:microsoft.com/office/officeart/2008/layout/LinedList"/>
    <dgm:cxn modelId="{A9430276-E3DF-4BE1-8A2F-A2302F456F22}" type="presParOf" srcId="{262A0738-6792-434D-B111-AF6C890CE76E}" destId="{FE8863F1-1D22-428C-9870-0A789ABB7168}" srcOrd="1" destOrd="0" presId="urn:microsoft.com/office/officeart/2008/layout/LinedList"/>
    <dgm:cxn modelId="{759E0540-9514-4FE0-B502-1AD2BF5A8B84}" type="presParOf" srcId="{262A0738-6792-434D-B111-AF6C890CE76E}" destId="{EE1ED805-BE7B-4AD9-BAD6-BB6BA88FCB78}" srcOrd="2" destOrd="0" presId="urn:microsoft.com/office/officeart/2008/layout/LinedList"/>
    <dgm:cxn modelId="{39CB207B-FD65-4DDF-A26F-A9684862E88C}" type="presParOf" srcId="{6F08DEDF-57FD-4567-AE16-AF8BDB022EFE}" destId="{36EB0F7D-4D7B-44DD-8614-D334FC188461}" srcOrd="11" destOrd="0" presId="urn:microsoft.com/office/officeart/2008/layout/LinedList"/>
    <dgm:cxn modelId="{C90048FB-4FE1-4CB1-B2BD-7D4EBDF69FD1}" type="presParOf" srcId="{6F08DEDF-57FD-4567-AE16-AF8BDB022EFE}" destId="{6464C58D-C99F-4129-BFFD-0EF8825F7F61}" srcOrd="12" destOrd="0" presId="urn:microsoft.com/office/officeart/2008/layout/LinedList"/>
    <dgm:cxn modelId="{B24D0EC1-A7F7-4125-A804-ECAE1BCBCB6B}" type="presParOf" srcId="{6F08DEDF-57FD-4567-AE16-AF8BDB022EFE}" destId="{3E9E1CCB-418F-4F6F-B037-075E96336C20}" srcOrd="13" destOrd="0" presId="urn:microsoft.com/office/officeart/2008/layout/LinedList"/>
    <dgm:cxn modelId="{0A63E36E-6A3B-4611-9097-1EA21B8D1800}" type="presParOf" srcId="{3E9E1CCB-418F-4F6F-B037-075E96336C20}" destId="{C201000F-9730-483A-9D80-ADD75D2E98CC}" srcOrd="0" destOrd="0" presId="urn:microsoft.com/office/officeart/2008/layout/LinedList"/>
    <dgm:cxn modelId="{3638825C-6554-4E9F-B3A6-33A326FA8C6D}" type="presParOf" srcId="{3E9E1CCB-418F-4F6F-B037-075E96336C20}" destId="{1922A41A-3D59-48F4-8FDA-E3401A6C447A}" srcOrd="1" destOrd="0" presId="urn:microsoft.com/office/officeart/2008/layout/LinedList"/>
    <dgm:cxn modelId="{8E0BD4CB-DFC5-4E27-95D6-46A04E471D20}" type="presParOf" srcId="{3E9E1CCB-418F-4F6F-B037-075E96336C20}" destId="{DC12447F-943A-411F-8AF3-FF861C4A292A}" srcOrd="2" destOrd="0" presId="urn:microsoft.com/office/officeart/2008/layout/LinedList"/>
    <dgm:cxn modelId="{E032AB33-8F04-465D-91A6-3F824402EAAD}" type="presParOf" srcId="{6F08DEDF-57FD-4567-AE16-AF8BDB022EFE}" destId="{77D5FAEC-3465-4600-91B1-2F5B1533EDAD}" srcOrd="14" destOrd="0" presId="urn:microsoft.com/office/officeart/2008/layout/LinedList"/>
    <dgm:cxn modelId="{7CC9FF9B-840C-4699-9420-CF795E3C21F9}" type="presParOf" srcId="{6F08DEDF-57FD-4567-AE16-AF8BDB022EFE}" destId="{C5553506-82F1-45A6-B62A-477C19F85CA9}" srcOrd="15" destOrd="0" presId="urn:microsoft.com/office/officeart/2008/layout/LinedList"/>
    <dgm:cxn modelId="{8C385B59-9DAC-450F-9FB5-F90A6ADBB652}" type="presParOf" srcId="{6F08DEDF-57FD-4567-AE16-AF8BDB022EFE}" destId="{A9A09E2C-5769-4B3F-B80D-C8CF12783FA0}" srcOrd="16" destOrd="0" presId="urn:microsoft.com/office/officeart/2008/layout/LinedList"/>
    <dgm:cxn modelId="{60D3DDFF-F612-4A4C-9048-D91877838AA0}" type="presParOf" srcId="{A9A09E2C-5769-4B3F-B80D-C8CF12783FA0}" destId="{796F1D44-3BDB-4E90-85D8-A9656A70BF5D}" srcOrd="0" destOrd="0" presId="urn:microsoft.com/office/officeart/2008/layout/LinedList"/>
    <dgm:cxn modelId="{DD35F96A-408E-4974-ACEF-809E5B568CC8}" type="presParOf" srcId="{A9A09E2C-5769-4B3F-B80D-C8CF12783FA0}" destId="{DFF5623D-3763-4D51-8EC8-F82E6B0D39BF}" srcOrd="1" destOrd="0" presId="urn:microsoft.com/office/officeart/2008/layout/LinedList"/>
    <dgm:cxn modelId="{77B6EC3B-CB68-4898-80F2-D00596D5D875}" type="presParOf" srcId="{A9A09E2C-5769-4B3F-B80D-C8CF12783FA0}" destId="{1D760737-0B4E-4067-A6F8-B28A84A66830}" srcOrd="2" destOrd="0" presId="urn:microsoft.com/office/officeart/2008/layout/LinedList"/>
    <dgm:cxn modelId="{E2CC21A8-B5E6-4EBE-8DD8-5394760D8C9F}" type="presParOf" srcId="{6F08DEDF-57FD-4567-AE16-AF8BDB022EFE}" destId="{FBCC3106-F084-42C0-BBFF-622485C0E2EF}" srcOrd="17" destOrd="0" presId="urn:microsoft.com/office/officeart/2008/layout/LinedList"/>
    <dgm:cxn modelId="{1EE7539E-C3DD-4762-8CEE-11C0F0BF83E7}" type="presParOf" srcId="{6F08DEDF-57FD-4567-AE16-AF8BDB022EFE}" destId="{76E927E0-1A8F-48A4-99FF-66AEBCD6109E}" srcOrd="18" destOrd="0" presId="urn:microsoft.com/office/officeart/2008/layout/LinedList"/>
    <dgm:cxn modelId="{9EFDA0EC-3C25-4808-B1B9-81D68743B7B1}" type="presParOf" srcId="{6F08DEDF-57FD-4567-AE16-AF8BDB022EFE}" destId="{FC75E937-32C2-4676-A4F2-862366A0C576}" srcOrd="19" destOrd="0" presId="urn:microsoft.com/office/officeart/2008/layout/LinedList"/>
    <dgm:cxn modelId="{AFDFF24F-47D0-4DAC-BB95-A49987E5C606}" type="presParOf" srcId="{FC75E937-32C2-4676-A4F2-862366A0C576}" destId="{2F1C6E26-C40F-45F5-BC66-24C849AE87B8}" srcOrd="0" destOrd="0" presId="urn:microsoft.com/office/officeart/2008/layout/LinedList"/>
    <dgm:cxn modelId="{8C614F47-3E25-458D-AC72-1DB1AB4AC799}" type="presParOf" srcId="{FC75E937-32C2-4676-A4F2-862366A0C576}" destId="{C0F827A2-10AA-42C4-97DD-9527842DA0F1}" srcOrd="1" destOrd="0" presId="urn:microsoft.com/office/officeart/2008/layout/LinedList"/>
    <dgm:cxn modelId="{DDFBE5E7-40E6-493A-B1B7-36C4A6377B5C}" type="presParOf" srcId="{FC75E937-32C2-4676-A4F2-862366A0C576}" destId="{A792ECD9-8EB2-4DD7-B109-7BA18B4E2872}" srcOrd="2" destOrd="0" presId="urn:microsoft.com/office/officeart/2008/layout/LinedList"/>
    <dgm:cxn modelId="{3231D495-2D76-45B9-9CD1-043A4DE99AAF}" type="presParOf" srcId="{6F08DEDF-57FD-4567-AE16-AF8BDB022EFE}" destId="{1F8A4CC9-E921-4AC8-9AF5-831CF3F0443D}" srcOrd="20" destOrd="0" presId="urn:microsoft.com/office/officeart/2008/layout/LinedList"/>
    <dgm:cxn modelId="{528291B5-E5CF-4CC6-8368-627B57B01DB5}" type="presParOf" srcId="{6F08DEDF-57FD-4567-AE16-AF8BDB022EFE}" destId="{245E3511-89E4-4155-98A5-E49B1689FF1C}" srcOrd="2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5FFA51-7A05-48AB-81BF-B5572AA5C3B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4D99DC4-85D8-42C6-88E2-A52BFCE0C515}">
      <dgm:prSet/>
      <dgm:spPr/>
      <dgm:t>
        <a:bodyPr/>
        <a:lstStyle/>
        <a:p>
          <a:r>
            <a:rPr lang="en-IN" b="1"/>
            <a:t>Data Mining Technique</a:t>
          </a:r>
          <a:endParaRPr lang="en-US"/>
        </a:p>
      </dgm:t>
    </dgm:pt>
    <dgm:pt modelId="{47296A3D-5967-4E86-A985-0D9F6795436D}" type="parTrans" cxnId="{B5C0FF8E-2C85-4E76-B15E-D7B5D87EFD23}">
      <dgm:prSet/>
      <dgm:spPr/>
      <dgm:t>
        <a:bodyPr/>
        <a:lstStyle/>
        <a:p>
          <a:endParaRPr lang="en-US"/>
        </a:p>
      </dgm:t>
    </dgm:pt>
    <dgm:pt modelId="{46016067-9A5F-46C8-AA8A-F301652104EA}" type="sibTrans" cxnId="{B5C0FF8E-2C85-4E76-B15E-D7B5D87EFD23}">
      <dgm:prSet/>
      <dgm:spPr/>
      <dgm:t>
        <a:bodyPr/>
        <a:lstStyle/>
        <a:p>
          <a:endParaRPr lang="en-US"/>
        </a:p>
      </dgm:t>
    </dgm:pt>
    <dgm:pt modelId="{698E5B9E-8DBA-484A-AD42-0B2195C5B8D9}">
      <dgm:prSet/>
      <dgm:spPr/>
      <dgm:t>
        <a:bodyPr/>
        <a:lstStyle/>
        <a:p>
          <a:r>
            <a:rPr lang="en-US"/>
            <a:t>Decision Tree &amp; KNN - Predict Earthquake Magnitude </a:t>
          </a:r>
        </a:p>
      </dgm:t>
    </dgm:pt>
    <dgm:pt modelId="{0B83C536-CD01-4A67-8B91-0F7FB9742DDC}" type="parTrans" cxnId="{A05AFBB6-B732-471D-9176-95E86BC395C1}">
      <dgm:prSet/>
      <dgm:spPr/>
      <dgm:t>
        <a:bodyPr/>
        <a:lstStyle/>
        <a:p>
          <a:endParaRPr lang="en-US"/>
        </a:p>
      </dgm:t>
    </dgm:pt>
    <dgm:pt modelId="{983D6826-E9D1-46C3-A5C6-A28F1819A223}" type="sibTrans" cxnId="{A05AFBB6-B732-471D-9176-95E86BC395C1}">
      <dgm:prSet/>
      <dgm:spPr/>
      <dgm:t>
        <a:bodyPr/>
        <a:lstStyle/>
        <a:p>
          <a:endParaRPr lang="en-US"/>
        </a:p>
      </dgm:t>
    </dgm:pt>
    <dgm:pt modelId="{08BDBC8E-2AD8-4F5D-A768-529118E094F3}">
      <dgm:prSet/>
      <dgm:spPr/>
      <dgm:t>
        <a:bodyPr/>
        <a:lstStyle/>
        <a:p>
          <a:r>
            <a:rPr lang="en-US" dirty="0"/>
            <a:t>Clustering - Identify High-risk Regions Based On Historical Earthquake Data</a:t>
          </a:r>
        </a:p>
      </dgm:t>
    </dgm:pt>
    <dgm:pt modelId="{5D1CAA41-5C02-4DA1-B337-C76348CA7BC0}" type="parTrans" cxnId="{A4936793-A13E-4C8F-8442-A90B51301FF3}">
      <dgm:prSet/>
      <dgm:spPr/>
      <dgm:t>
        <a:bodyPr/>
        <a:lstStyle/>
        <a:p>
          <a:endParaRPr lang="en-US"/>
        </a:p>
      </dgm:t>
    </dgm:pt>
    <dgm:pt modelId="{6665CCC9-CD24-4009-BA68-74305288A36F}" type="sibTrans" cxnId="{A4936793-A13E-4C8F-8442-A90B51301FF3}">
      <dgm:prSet/>
      <dgm:spPr/>
      <dgm:t>
        <a:bodyPr/>
        <a:lstStyle/>
        <a:p>
          <a:endParaRPr lang="en-US"/>
        </a:p>
      </dgm:t>
    </dgm:pt>
    <dgm:pt modelId="{8945DC41-7372-4A85-A41C-0902A9D294BF}" type="pres">
      <dgm:prSet presAssocID="{AA5FFA51-7A05-48AB-81BF-B5572AA5C3B4}" presName="hierChild1" presStyleCnt="0">
        <dgm:presLayoutVars>
          <dgm:chPref val="1"/>
          <dgm:dir/>
          <dgm:animOne val="branch"/>
          <dgm:animLvl val="lvl"/>
          <dgm:resizeHandles/>
        </dgm:presLayoutVars>
      </dgm:prSet>
      <dgm:spPr/>
    </dgm:pt>
    <dgm:pt modelId="{FB42B1B8-A5AA-4DE6-924F-4C8B44D397C8}" type="pres">
      <dgm:prSet presAssocID="{84D99DC4-85D8-42C6-88E2-A52BFCE0C515}" presName="hierRoot1" presStyleCnt="0"/>
      <dgm:spPr/>
    </dgm:pt>
    <dgm:pt modelId="{C1459C47-5160-43DC-92CE-3FB0169FE313}" type="pres">
      <dgm:prSet presAssocID="{84D99DC4-85D8-42C6-88E2-A52BFCE0C515}" presName="composite" presStyleCnt="0"/>
      <dgm:spPr/>
    </dgm:pt>
    <dgm:pt modelId="{942AAA96-0610-4A81-80C4-B8EEB85CA1EE}" type="pres">
      <dgm:prSet presAssocID="{84D99DC4-85D8-42C6-88E2-A52BFCE0C515}" presName="background" presStyleLbl="node0" presStyleIdx="0" presStyleCnt="1"/>
      <dgm:spPr/>
    </dgm:pt>
    <dgm:pt modelId="{5DC7A323-07D2-4115-8F3B-8257E62977E7}" type="pres">
      <dgm:prSet presAssocID="{84D99DC4-85D8-42C6-88E2-A52BFCE0C515}" presName="text" presStyleLbl="fgAcc0" presStyleIdx="0" presStyleCnt="1">
        <dgm:presLayoutVars>
          <dgm:chPref val="3"/>
        </dgm:presLayoutVars>
      </dgm:prSet>
      <dgm:spPr/>
    </dgm:pt>
    <dgm:pt modelId="{7C465427-3DD3-47C5-BF26-76DE7E7A2FC6}" type="pres">
      <dgm:prSet presAssocID="{84D99DC4-85D8-42C6-88E2-A52BFCE0C515}" presName="hierChild2" presStyleCnt="0"/>
      <dgm:spPr/>
    </dgm:pt>
    <dgm:pt modelId="{08493E37-71DA-4D7B-92BA-518B6B9F11C8}" type="pres">
      <dgm:prSet presAssocID="{0B83C536-CD01-4A67-8B91-0F7FB9742DDC}" presName="Name10" presStyleLbl="parChTrans1D2" presStyleIdx="0" presStyleCnt="2"/>
      <dgm:spPr/>
    </dgm:pt>
    <dgm:pt modelId="{15A14217-037E-40D0-9434-C128D47DB1BF}" type="pres">
      <dgm:prSet presAssocID="{698E5B9E-8DBA-484A-AD42-0B2195C5B8D9}" presName="hierRoot2" presStyleCnt="0"/>
      <dgm:spPr/>
    </dgm:pt>
    <dgm:pt modelId="{7F0D78BA-C456-4CA0-8611-EE27D1CCFC86}" type="pres">
      <dgm:prSet presAssocID="{698E5B9E-8DBA-484A-AD42-0B2195C5B8D9}" presName="composite2" presStyleCnt="0"/>
      <dgm:spPr/>
    </dgm:pt>
    <dgm:pt modelId="{2D6CCAA9-0E86-4780-A27B-72FA0B5A2E77}" type="pres">
      <dgm:prSet presAssocID="{698E5B9E-8DBA-484A-AD42-0B2195C5B8D9}" presName="background2" presStyleLbl="node2" presStyleIdx="0" presStyleCnt="2"/>
      <dgm:spPr/>
    </dgm:pt>
    <dgm:pt modelId="{EEC71EB9-0747-4C59-BE01-1C37EF4E3748}" type="pres">
      <dgm:prSet presAssocID="{698E5B9E-8DBA-484A-AD42-0B2195C5B8D9}" presName="text2" presStyleLbl="fgAcc2" presStyleIdx="0" presStyleCnt="2">
        <dgm:presLayoutVars>
          <dgm:chPref val="3"/>
        </dgm:presLayoutVars>
      </dgm:prSet>
      <dgm:spPr/>
    </dgm:pt>
    <dgm:pt modelId="{586427DD-5F36-44F7-AD05-8B7730BE92E4}" type="pres">
      <dgm:prSet presAssocID="{698E5B9E-8DBA-484A-AD42-0B2195C5B8D9}" presName="hierChild3" presStyleCnt="0"/>
      <dgm:spPr/>
    </dgm:pt>
    <dgm:pt modelId="{554BBEF5-60AE-41D5-83E9-196B351DFC10}" type="pres">
      <dgm:prSet presAssocID="{5D1CAA41-5C02-4DA1-B337-C76348CA7BC0}" presName="Name10" presStyleLbl="parChTrans1D2" presStyleIdx="1" presStyleCnt="2"/>
      <dgm:spPr/>
    </dgm:pt>
    <dgm:pt modelId="{C539098E-9878-4710-AAD5-DEE11AA9388E}" type="pres">
      <dgm:prSet presAssocID="{08BDBC8E-2AD8-4F5D-A768-529118E094F3}" presName="hierRoot2" presStyleCnt="0"/>
      <dgm:spPr/>
    </dgm:pt>
    <dgm:pt modelId="{1429433B-5B90-44A8-BDE9-98F4A94C9FE8}" type="pres">
      <dgm:prSet presAssocID="{08BDBC8E-2AD8-4F5D-A768-529118E094F3}" presName="composite2" presStyleCnt="0"/>
      <dgm:spPr/>
    </dgm:pt>
    <dgm:pt modelId="{B47AC1F9-697D-4B9D-8DA0-E2356E053129}" type="pres">
      <dgm:prSet presAssocID="{08BDBC8E-2AD8-4F5D-A768-529118E094F3}" presName="background2" presStyleLbl="node2" presStyleIdx="1" presStyleCnt="2"/>
      <dgm:spPr/>
    </dgm:pt>
    <dgm:pt modelId="{12C052B1-E08B-481F-BDF1-FDBF6B74AC65}" type="pres">
      <dgm:prSet presAssocID="{08BDBC8E-2AD8-4F5D-A768-529118E094F3}" presName="text2" presStyleLbl="fgAcc2" presStyleIdx="1" presStyleCnt="2">
        <dgm:presLayoutVars>
          <dgm:chPref val="3"/>
        </dgm:presLayoutVars>
      </dgm:prSet>
      <dgm:spPr/>
    </dgm:pt>
    <dgm:pt modelId="{C22F7A9B-0CF1-4C89-9DFC-B1C215ED3DDC}" type="pres">
      <dgm:prSet presAssocID="{08BDBC8E-2AD8-4F5D-A768-529118E094F3}" presName="hierChild3" presStyleCnt="0"/>
      <dgm:spPr/>
    </dgm:pt>
  </dgm:ptLst>
  <dgm:cxnLst>
    <dgm:cxn modelId="{F5EFCE01-27FB-4345-9CD6-9F2EE619F634}" type="presOf" srcId="{84D99DC4-85D8-42C6-88E2-A52BFCE0C515}" destId="{5DC7A323-07D2-4115-8F3B-8257E62977E7}" srcOrd="0" destOrd="0" presId="urn:microsoft.com/office/officeart/2005/8/layout/hierarchy1"/>
    <dgm:cxn modelId="{5F77025B-F2D6-4420-89B3-942AD1C94497}" type="presOf" srcId="{0B83C536-CD01-4A67-8B91-0F7FB9742DDC}" destId="{08493E37-71DA-4D7B-92BA-518B6B9F11C8}" srcOrd="0" destOrd="0" presId="urn:microsoft.com/office/officeart/2005/8/layout/hierarchy1"/>
    <dgm:cxn modelId="{B5C23E54-97A6-4C92-9E28-4B0A540EF0CF}" type="presOf" srcId="{698E5B9E-8DBA-484A-AD42-0B2195C5B8D9}" destId="{EEC71EB9-0747-4C59-BE01-1C37EF4E3748}" srcOrd="0" destOrd="0" presId="urn:microsoft.com/office/officeart/2005/8/layout/hierarchy1"/>
    <dgm:cxn modelId="{B5C0FF8E-2C85-4E76-B15E-D7B5D87EFD23}" srcId="{AA5FFA51-7A05-48AB-81BF-B5572AA5C3B4}" destId="{84D99DC4-85D8-42C6-88E2-A52BFCE0C515}" srcOrd="0" destOrd="0" parTransId="{47296A3D-5967-4E86-A985-0D9F6795436D}" sibTransId="{46016067-9A5F-46C8-AA8A-F301652104EA}"/>
    <dgm:cxn modelId="{A4936793-A13E-4C8F-8442-A90B51301FF3}" srcId="{84D99DC4-85D8-42C6-88E2-A52BFCE0C515}" destId="{08BDBC8E-2AD8-4F5D-A768-529118E094F3}" srcOrd="1" destOrd="0" parTransId="{5D1CAA41-5C02-4DA1-B337-C76348CA7BC0}" sibTransId="{6665CCC9-CD24-4009-BA68-74305288A36F}"/>
    <dgm:cxn modelId="{D74514A4-947A-4830-82A3-945D0EEA32BB}" type="presOf" srcId="{AA5FFA51-7A05-48AB-81BF-B5572AA5C3B4}" destId="{8945DC41-7372-4A85-A41C-0902A9D294BF}" srcOrd="0" destOrd="0" presId="urn:microsoft.com/office/officeart/2005/8/layout/hierarchy1"/>
    <dgm:cxn modelId="{A05AFBB6-B732-471D-9176-95E86BC395C1}" srcId="{84D99DC4-85D8-42C6-88E2-A52BFCE0C515}" destId="{698E5B9E-8DBA-484A-AD42-0B2195C5B8D9}" srcOrd="0" destOrd="0" parTransId="{0B83C536-CD01-4A67-8B91-0F7FB9742DDC}" sibTransId="{983D6826-E9D1-46C3-A5C6-A28F1819A223}"/>
    <dgm:cxn modelId="{18165FBC-574F-48E4-BE60-353974C2638B}" type="presOf" srcId="{5D1CAA41-5C02-4DA1-B337-C76348CA7BC0}" destId="{554BBEF5-60AE-41D5-83E9-196B351DFC10}" srcOrd="0" destOrd="0" presId="urn:microsoft.com/office/officeart/2005/8/layout/hierarchy1"/>
    <dgm:cxn modelId="{BF2710C0-DAEC-4F97-B04A-D882F1615E71}" type="presOf" srcId="{08BDBC8E-2AD8-4F5D-A768-529118E094F3}" destId="{12C052B1-E08B-481F-BDF1-FDBF6B74AC65}" srcOrd="0" destOrd="0" presId="urn:microsoft.com/office/officeart/2005/8/layout/hierarchy1"/>
    <dgm:cxn modelId="{E0480AAE-8389-4B6C-A8A6-676BF2385E6E}" type="presParOf" srcId="{8945DC41-7372-4A85-A41C-0902A9D294BF}" destId="{FB42B1B8-A5AA-4DE6-924F-4C8B44D397C8}" srcOrd="0" destOrd="0" presId="urn:microsoft.com/office/officeart/2005/8/layout/hierarchy1"/>
    <dgm:cxn modelId="{072214C8-4B1B-4FD7-B482-1950E50B0B64}" type="presParOf" srcId="{FB42B1B8-A5AA-4DE6-924F-4C8B44D397C8}" destId="{C1459C47-5160-43DC-92CE-3FB0169FE313}" srcOrd="0" destOrd="0" presId="urn:microsoft.com/office/officeart/2005/8/layout/hierarchy1"/>
    <dgm:cxn modelId="{8D156735-EA83-4D93-AABA-6F263B1B0468}" type="presParOf" srcId="{C1459C47-5160-43DC-92CE-3FB0169FE313}" destId="{942AAA96-0610-4A81-80C4-B8EEB85CA1EE}" srcOrd="0" destOrd="0" presId="urn:microsoft.com/office/officeart/2005/8/layout/hierarchy1"/>
    <dgm:cxn modelId="{9FF7EBEE-CD2E-416E-A532-2D9303156AD2}" type="presParOf" srcId="{C1459C47-5160-43DC-92CE-3FB0169FE313}" destId="{5DC7A323-07D2-4115-8F3B-8257E62977E7}" srcOrd="1" destOrd="0" presId="urn:microsoft.com/office/officeart/2005/8/layout/hierarchy1"/>
    <dgm:cxn modelId="{6ABFFF56-3F32-43D6-A1AB-8BEAB193C9A7}" type="presParOf" srcId="{FB42B1B8-A5AA-4DE6-924F-4C8B44D397C8}" destId="{7C465427-3DD3-47C5-BF26-76DE7E7A2FC6}" srcOrd="1" destOrd="0" presId="urn:microsoft.com/office/officeart/2005/8/layout/hierarchy1"/>
    <dgm:cxn modelId="{97C42249-7F61-467F-95EF-7DC28AD62505}" type="presParOf" srcId="{7C465427-3DD3-47C5-BF26-76DE7E7A2FC6}" destId="{08493E37-71DA-4D7B-92BA-518B6B9F11C8}" srcOrd="0" destOrd="0" presId="urn:microsoft.com/office/officeart/2005/8/layout/hierarchy1"/>
    <dgm:cxn modelId="{DA4B737D-CCDC-4304-9B54-003ADA1CF85F}" type="presParOf" srcId="{7C465427-3DD3-47C5-BF26-76DE7E7A2FC6}" destId="{15A14217-037E-40D0-9434-C128D47DB1BF}" srcOrd="1" destOrd="0" presId="urn:microsoft.com/office/officeart/2005/8/layout/hierarchy1"/>
    <dgm:cxn modelId="{D40449C7-753D-436F-B496-AD5E54AEAC08}" type="presParOf" srcId="{15A14217-037E-40D0-9434-C128D47DB1BF}" destId="{7F0D78BA-C456-4CA0-8611-EE27D1CCFC86}" srcOrd="0" destOrd="0" presId="urn:microsoft.com/office/officeart/2005/8/layout/hierarchy1"/>
    <dgm:cxn modelId="{478BA41A-825E-4F1F-9513-7871898C21A5}" type="presParOf" srcId="{7F0D78BA-C456-4CA0-8611-EE27D1CCFC86}" destId="{2D6CCAA9-0E86-4780-A27B-72FA0B5A2E77}" srcOrd="0" destOrd="0" presId="urn:microsoft.com/office/officeart/2005/8/layout/hierarchy1"/>
    <dgm:cxn modelId="{A90C410A-2DDD-4892-9463-898229208234}" type="presParOf" srcId="{7F0D78BA-C456-4CA0-8611-EE27D1CCFC86}" destId="{EEC71EB9-0747-4C59-BE01-1C37EF4E3748}" srcOrd="1" destOrd="0" presId="urn:microsoft.com/office/officeart/2005/8/layout/hierarchy1"/>
    <dgm:cxn modelId="{84E69185-C109-42F9-96AA-C8ECAECD5C0E}" type="presParOf" srcId="{15A14217-037E-40D0-9434-C128D47DB1BF}" destId="{586427DD-5F36-44F7-AD05-8B7730BE92E4}" srcOrd="1" destOrd="0" presId="urn:microsoft.com/office/officeart/2005/8/layout/hierarchy1"/>
    <dgm:cxn modelId="{074E1F3C-3A0B-47D7-B584-9CAB3D4CFAF5}" type="presParOf" srcId="{7C465427-3DD3-47C5-BF26-76DE7E7A2FC6}" destId="{554BBEF5-60AE-41D5-83E9-196B351DFC10}" srcOrd="2" destOrd="0" presId="urn:microsoft.com/office/officeart/2005/8/layout/hierarchy1"/>
    <dgm:cxn modelId="{BDDF112E-2D0B-4E99-8BF8-1A33313B654F}" type="presParOf" srcId="{7C465427-3DD3-47C5-BF26-76DE7E7A2FC6}" destId="{C539098E-9878-4710-AAD5-DEE11AA9388E}" srcOrd="3" destOrd="0" presId="urn:microsoft.com/office/officeart/2005/8/layout/hierarchy1"/>
    <dgm:cxn modelId="{5189746D-AE24-4874-84FA-3D07668DF4C7}" type="presParOf" srcId="{C539098E-9878-4710-AAD5-DEE11AA9388E}" destId="{1429433B-5B90-44A8-BDE9-98F4A94C9FE8}" srcOrd="0" destOrd="0" presId="urn:microsoft.com/office/officeart/2005/8/layout/hierarchy1"/>
    <dgm:cxn modelId="{D10026CB-889D-43D4-B4B1-45C0C1B64EDD}" type="presParOf" srcId="{1429433B-5B90-44A8-BDE9-98F4A94C9FE8}" destId="{B47AC1F9-697D-4B9D-8DA0-E2356E053129}" srcOrd="0" destOrd="0" presId="urn:microsoft.com/office/officeart/2005/8/layout/hierarchy1"/>
    <dgm:cxn modelId="{1F004369-3210-4E2E-A334-5123E57ACEA2}" type="presParOf" srcId="{1429433B-5B90-44A8-BDE9-98F4A94C9FE8}" destId="{12C052B1-E08B-481F-BDF1-FDBF6B74AC65}" srcOrd="1" destOrd="0" presId="urn:microsoft.com/office/officeart/2005/8/layout/hierarchy1"/>
    <dgm:cxn modelId="{E6D0712F-8944-4CCC-B1A2-DD294D7FE1F6}" type="presParOf" srcId="{C539098E-9878-4710-AAD5-DEE11AA9388E}" destId="{C22F7A9B-0CF1-4C89-9DFC-B1C215ED3DD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9A01F-534B-4FF1-9E02-35A137939379}">
      <dsp:nvSpPr>
        <dsp:cNvPr id="0" name=""/>
        <dsp:cNvSpPr/>
      </dsp:nvSpPr>
      <dsp:spPr>
        <a:xfrm>
          <a:off x="0" y="2758"/>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332CF2-3AF2-41DA-A6B3-C7EFE25D4B33}">
      <dsp:nvSpPr>
        <dsp:cNvPr id="0" name=""/>
        <dsp:cNvSpPr/>
      </dsp:nvSpPr>
      <dsp:spPr>
        <a:xfrm>
          <a:off x="0" y="275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Introduction</a:t>
          </a:r>
        </a:p>
      </dsp:txBody>
      <dsp:txXfrm>
        <a:off x="0" y="2758"/>
        <a:ext cx="6797675" cy="940732"/>
      </dsp:txXfrm>
    </dsp:sp>
    <dsp:sp modelId="{1D80FAFE-3134-4170-A178-E62B7F59DA5D}">
      <dsp:nvSpPr>
        <dsp:cNvPr id="0" name=""/>
        <dsp:cNvSpPr/>
      </dsp:nvSpPr>
      <dsp:spPr>
        <a:xfrm>
          <a:off x="0" y="943491"/>
          <a:ext cx="6797675" cy="0"/>
        </a:xfrm>
        <a:prstGeom prst="line">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587E89-1386-4244-B2B9-5D3E48811F7F}">
      <dsp:nvSpPr>
        <dsp:cNvPr id="0" name=""/>
        <dsp:cNvSpPr/>
      </dsp:nvSpPr>
      <dsp:spPr>
        <a:xfrm>
          <a:off x="0" y="943491"/>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Data Collection and Exploration</a:t>
          </a:r>
        </a:p>
      </dsp:txBody>
      <dsp:txXfrm>
        <a:off x="0" y="943491"/>
        <a:ext cx="6797675" cy="940732"/>
      </dsp:txXfrm>
    </dsp:sp>
    <dsp:sp modelId="{622C46DB-E4B7-445F-9EF3-BDBFD977D4C8}">
      <dsp:nvSpPr>
        <dsp:cNvPr id="0" name=""/>
        <dsp:cNvSpPr/>
      </dsp:nvSpPr>
      <dsp:spPr>
        <a:xfrm>
          <a:off x="0" y="1884223"/>
          <a:ext cx="6797675" cy="0"/>
        </a:xfrm>
        <a:prstGeom prst="line">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7CD273-1D1D-49E9-80ED-7DC3962D5D80}">
      <dsp:nvSpPr>
        <dsp:cNvPr id="0" name=""/>
        <dsp:cNvSpPr/>
      </dsp:nvSpPr>
      <dsp:spPr>
        <a:xfrm>
          <a:off x="0" y="1884223"/>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Methodology</a:t>
          </a:r>
        </a:p>
      </dsp:txBody>
      <dsp:txXfrm>
        <a:off x="0" y="1884223"/>
        <a:ext cx="6797675" cy="940732"/>
      </dsp:txXfrm>
    </dsp:sp>
    <dsp:sp modelId="{F664BA1E-E0B7-42B3-A197-5E720DD7FAC3}">
      <dsp:nvSpPr>
        <dsp:cNvPr id="0" name=""/>
        <dsp:cNvSpPr/>
      </dsp:nvSpPr>
      <dsp:spPr>
        <a:xfrm>
          <a:off x="0" y="2824955"/>
          <a:ext cx="6797675"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FA38D0-0ABE-41F7-B0F4-02A190E426A6}">
      <dsp:nvSpPr>
        <dsp:cNvPr id="0" name=""/>
        <dsp:cNvSpPr/>
      </dsp:nvSpPr>
      <dsp:spPr>
        <a:xfrm>
          <a:off x="0" y="2824956"/>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Results</a:t>
          </a:r>
        </a:p>
      </dsp:txBody>
      <dsp:txXfrm>
        <a:off x="0" y="2824956"/>
        <a:ext cx="6797675" cy="940732"/>
      </dsp:txXfrm>
    </dsp:sp>
    <dsp:sp modelId="{E3DD7817-55CD-45ED-A1B4-87E15B1A6B54}">
      <dsp:nvSpPr>
        <dsp:cNvPr id="0" name=""/>
        <dsp:cNvSpPr/>
      </dsp:nvSpPr>
      <dsp:spPr>
        <a:xfrm>
          <a:off x="0" y="3765688"/>
          <a:ext cx="6797675" cy="0"/>
        </a:xfrm>
        <a:prstGeom prst="line">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E5AFC9-1305-40D7-A803-1BCE2D9D1E96}">
      <dsp:nvSpPr>
        <dsp:cNvPr id="0" name=""/>
        <dsp:cNvSpPr/>
      </dsp:nvSpPr>
      <dsp:spPr>
        <a:xfrm>
          <a:off x="0" y="376568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Discussion</a:t>
          </a:r>
        </a:p>
      </dsp:txBody>
      <dsp:txXfrm>
        <a:off x="0" y="3765688"/>
        <a:ext cx="6797675" cy="940732"/>
      </dsp:txXfrm>
    </dsp:sp>
    <dsp:sp modelId="{BEA29A5E-D8F4-4F70-B5C3-CB1D479C4025}">
      <dsp:nvSpPr>
        <dsp:cNvPr id="0" name=""/>
        <dsp:cNvSpPr/>
      </dsp:nvSpPr>
      <dsp:spPr>
        <a:xfrm>
          <a:off x="0" y="470642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2A3623-6C90-42FE-8A49-803BC05552BD}">
      <dsp:nvSpPr>
        <dsp:cNvPr id="0" name=""/>
        <dsp:cNvSpPr/>
      </dsp:nvSpPr>
      <dsp:spPr>
        <a:xfrm>
          <a:off x="0" y="4706420"/>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Conclusion</a:t>
          </a:r>
        </a:p>
      </dsp:txBody>
      <dsp:txXfrm>
        <a:off x="0" y="4706420"/>
        <a:ext cx="6797675" cy="940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A4B55D-BE17-4A71-A7DF-0E0FA656F701}">
      <dsp:nvSpPr>
        <dsp:cNvPr id="0" name=""/>
        <dsp:cNvSpPr/>
      </dsp:nvSpPr>
      <dsp:spPr>
        <a:xfrm>
          <a:off x="0" y="370318"/>
          <a:ext cx="6797675" cy="1686825"/>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37388" rIns="527575"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Earthquakes are recorded by a seismographic network. Each seismic station in the network measures the movement of the ground at that site.</a:t>
          </a:r>
        </a:p>
      </dsp:txBody>
      <dsp:txXfrm>
        <a:off x="0" y="370318"/>
        <a:ext cx="6797675" cy="1686825"/>
      </dsp:txXfrm>
    </dsp:sp>
    <dsp:sp modelId="{DBA89A4D-19BD-4C0C-BECC-147AC54C472A}">
      <dsp:nvSpPr>
        <dsp:cNvPr id="0" name=""/>
        <dsp:cNvSpPr/>
      </dsp:nvSpPr>
      <dsp:spPr>
        <a:xfrm>
          <a:off x="339883" y="60358"/>
          <a:ext cx="4758372" cy="61992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933450">
            <a:lnSpc>
              <a:spcPct val="90000"/>
            </a:lnSpc>
            <a:spcBef>
              <a:spcPct val="0"/>
            </a:spcBef>
            <a:spcAft>
              <a:spcPct val="35000"/>
            </a:spcAft>
            <a:buNone/>
          </a:pPr>
          <a:r>
            <a:rPr lang="en-IN" sz="2100" b="1" kern="1200"/>
            <a:t>Data Collection:</a:t>
          </a:r>
          <a:endParaRPr lang="en-US" sz="2100" kern="1200"/>
        </a:p>
      </dsp:txBody>
      <dsp:txXfrm>
        <a:off x="370145" y="90620"/>
        <a:ext cx="4697848" cy="559396"/>
      </dsp:txXfrm>
    </dsp:sp>
    <dsp:sp modelId="{A41CB860-E759-4795-8497-11BA07CD16FC}">
      <dsp:nvSpPr>
        <dsp:cNvPr id="0" name=""/>
        <dsp:cNvSpPr/>
      </dsp:nvSpPr>
      <dsp:spPr>
        <a:xfrm>
          <a:off x="0" y="2480503"/>
          <a:ext cx="6797675" cy="3109050"/>
        </a:xfrm>
        <a:prstGeom prst="rect">
          <a:avLst/>
        </a:prstGeom>
        <a:solidFill>
          <a:schemeClr val="lt1">
            <a:alpha val="90000"/>
            <a:hueOff val="0"/>
            <a:satOff val="0"/>
            <a:lumOff val="0"/>
            <a:alphaOff val="0"/>
          </a:schemeClr>
        </a:solidFill>
        <a:ln w="15875" cap="flat" cmpd="sng" algn="ctr">
          <a:solidFill>
            <a:schemeClr val="accent5">
              <a:hueOff val="742785"/>
              <a:satOff val="20301"/>
              <a:lumOff val="8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37388" rIns="527575" bIns="149352" numCol="1" spcCol="1270" anchor="t" anchorCtr="0">
          <a:noAutofit/>
        </a:bodyPr>
        <a:lstStyle/>
        <a:p>
          <a:pPr marL="228600" lvl="1" indent="-228600" algn="l" defTabSz="933450">
            <a:lnSpc>
              <a:spcPct val="90000"/>
            </a:lnSpc>
            <a:spcBef>
              <a:spcPct val="0"/>
            </a:spcBef>
            <a:spcAft>
              <a:spcPct val="15000"/>
            </a:spcAft>
            <a:buChar char="•"/>
          </a:pPr>
          <a:r>
            <a:rPr lang="en-IN" sz="2100" kern="1200"/>
            <a:t>Pie chart</a:t>
          </a:r>
          <a:endParaRPr lang="en-US" sz="2100" kern="1200"/>
        </a:p>
        <a:p>
          <a:pPr marL="228600" lvl="1" indent="-228600" algn="l" defTabSz="933450">
            <a:lnSpc>
              <a:spcPct val="90000"/>
            </a:lnSpc>
            <a:spcBef>
              <a:spcPct val="0"/>
            </a:spcBef>
            <a:spcAft>
              <a:spcPct val="15000"/>
            </a:spcAft>
            <a:buChar char="•"/>
          </a:pPr>
          <a:r>
            <a:rPr lang="en-IN" sz="2100" kern="1200"/>
            <a:t>Histogram</a:t>
          </a:r>
          <a:endParaRPr lang="en-US" sz="2100" kern="1200"/>
        </a:p>
        <a:p>
          <a:pPr marL="228600" lvl="1" indent="-228600" algn="l" defTabSz="933450">
            <a:lnSpc>
              <a:spcPct val="90000"/>
            </a:lnSpc>
            <a:spcBef>
              <a:spcPct val="0"/>
            </a:spcBef>
            <a:spcAft>
              <a:spcPct val="15000"/>
            </a:spcAft>
            <a:buChar char="•"/>
          </a:pPr>
          <a:r>
            <a:rPr lang="en-IN" sz="2100" kern="1200"/>
            <a:t>Frequency table</a:t>
          </a:r>
          <a:endParaRPr lang="en-US" sz="2100" kern="1200"/>
        </a:p>
        <a:p>
          <a:pPr marL="228600" lvl="1" indent="-228600" algn="l" defTabSz="933450">
            <a:lnSpc>
              <a:spcPct val="90000"/>
            </a:lnSpc>
            <a:spcBef>
              <a:spcPct val="0"/>
            </a:spcBef>
            <a:spcAft>
              <a:spcPct val="15000"/>
            </a:spcAft>
            <a:buChar char="•"/>
          </a:pPr>
          <a:r>
            <a:rPr lang="en-IN" sz="2100" kern="1200"/>
            <a:t>Covariance</a:t>
          </a:r>
          <a:endParaRPr lang="en-US" sz="2100" kern="1200"/>
        </a:p>
        <a:p>
          <a:pPr marL="228600" lvl="1" indent="-228600" algn="l" defTabSz="933450">
            <a:lnSpc>
              <a:spcPct val="90000"/>
            </a:lnSpc>
            <a:spcBef>
              <a:spcPct val="0"/>
            </a:spcBef>
            <a:spcAft>
              <a:spcPct val="15000"/>
            </a:spcAft>
            <a:buChar char="•"/>
          </a:pPr>
          <a:r>
            <a:rPr lang="en-IN" sz="2100" kern="1200"/>
            <a:t>Box plot</a:t>
          </a:r>
          <a:endParaRPr lang="en-US" sz="2100" kern="1200"/>
        </a:p>
        <a:p>
          <a:pPr marL="228600" lvl="1" indent="-228600" algn="l" defTabSz="933450">
            <a:lnSpc>
              <a:spcPct val="90000"/>
            </a:lnSpc>
            <a:spcBef>
              <a:spcPct val="0"/>
            </a:spcBef>
            <a:spcAft>
              <a:spcPct val="15000"/>
            </a:spcAft>
            <a:buChar char="•"/>
          </a:pPr>
          <a:r>
            <a:rPr lang="en-IN" sz="2100" kern="1200"/>
            <a:t>Treemap</a:t>
          </a:r>
          <a:endParaRPr lang="en-US" sz="2100" kern="1200"/>
        </a:p>
        <a:p>
          <a:pPr marL="228600" lvl="1" indent="-228600" algn="l" defTabSz="933450">
            <a:lnSpc>
              <a:spcPct val="90000"/>
            </a:lnSpc>
            <a:spcBef>
              <a:spcPct val="0"/>
            </a:spcBef>
            <a:spcAft>
              <a:spcPct val="15000"/>
            </a:spcAft>
            <a:buChar char="•"/>
          </a:pPr>
          <a:r>
            <a:rPr lang="en-IN" sz="2100" kern="1200"/>
            <a:t>Text table </a:t>
          </a:r>
          <a:endParaRPr lang="en-US" sz="2100" kern="1200"/>
        </a:p>
        <a:p>
          <a:pPr marL="228600" lvl="1" indent="-228600" algn="l" defTabSz="933450">
            <a:lnSpc>
              <a:spcPct val="90000"/>
            </a:lnSpc>
            <a:spcBef>
              <a:spcPct val="0"/>
            </a:spcBef>
            <a:spcAft>
              <a:spcPct val="15000"/>
            </a:spcAft>
            <a:buChar char="•"/>
          </a:pPr>
          <a:r>
            <a:rPr lang="en-IN" sz="2100" kern="1200"/>
            <a:t>Map view</a:t>
          </a:r>
          <a:endParaRPr lang="en-US" sz="2100" kern="1200"/>
        </a:p>
      </dsp:txBody>
      <dsp:txXfrm>
        <a:off x="0" y="2480503"/>
        <a:ext cx="6797675" cy="3109050"/>
      </dsp:txXfrm>
    </dsp:sp>
    <dsp:sp modelId="{8CADA2B6-C6EB-4B54-B360-601C786F8F4F}">
      <dsp:nvSpPr>
        <dsp:cNvPr id="0" name=""/>
        <dsp:cNvSpPr/>
      </dsp:nvSpPr>
      <dsp:spPr>
        <a:xfrm>
          <a:off x="339883" y="2170543"/>
          <a:ext cx="4758372" cy="619920"/>
        </a:xfrm>
        <a:prstGeom prst="roundRect">
          <a:avLst/>
        </a:prstGeom>
        <a:solidFill>
          <a:schemeClr val="accent5">
            <a:hueOff val="742785"/>
            <a:satOff val="20301"/>
            <a:lumOff val="823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933450">
            <a:lnSpc>
              <a:spcPct val="90000"/>
            </a:lnSpc>
            <a:spcBef>
              <a:spcPct val="0"/>
            </a:spcBef>
            <a:spcAft>
              <a:spcPct val="35000"/>
            </a:spcAft>
            <a:buNone/>
          </a:pPr>
          <a:r>
            <a:rPr lang="en-IN" sz="2100" b="1" kern="1200" dirty="0"/>
            <a:t>Exploratory Data Analysis (EDA) :</a:t>
          </a:r>
          <a:endParaRPr lang="en-US" sz="2100" kern="1200" dirty="0"/>
        </a:p>
      </dsp:txBody>
      <dsp:txXfrm>
        <a:off x="370145" y="2200805"/>
        <a:ext cx="4697848" cy="5593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8D49B9-501E-466D-9A39-A6C6F73B1451}">
      <dsp:nvSpPr>
        <dsp:cNvPr id="0" name=""/>
        <dsp:cNvSpPr/>
      </dsp:nvSpPr>
      <dsp:spPr>
        <a:xfrm>
          <a:off x="0" y="444289"/>
          <a:ext cx="3205503" cy="203549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C4CA49-CBA5-40E2-BEF7-C6CB405EC1F2}">
      <dsp:nvSpPr>
        <dsp:cNvPr id="0" name=""/>
        <dsp:cNvSpPr/>
      </dsp:nvSpPr>
      <dsp:spPr>
        <a:xfrm>
          <a:off x="356167" y="782648"/>
          <a:ext cx="3205503" cy="203549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1" kern="1200"/>
            <a:t>Handling missing values</a:t>
          </a:r>
          <a:endParaRPr lang="en-US" sz="3500" kern="1200"/>
        </a:p>
      </dsp:txBody>
      <dsp:txXfrm>
        <a:off x="415785" y="842266"/>
        <a:ext cx="3086267" cy="1916258"/>
      </dsp:txXfrm>
    </dsp:sp>
    <dsp:sp modelId="{4070E1D8-9D70-480A-A17E-63CC86A26EE4}">
      <dsp:nvSpPr>
        <dsp:cNvPr id="0" name=""/>
        <dsp:cNvSpPr/>
      </dsp:nvSpPr>
      <dsp:spPr>
        <a:xfrm>
          <a:off x="3917837" y="444289"/>
          <a:ext cx="3205503" cy="203549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FAF896-603B-45BF-B94F-B00486C3AAED}">
      <dsp:nvSpPr>
        <dsp:cNvPr id="0" name=""/>
        <dsp:cNvSpPr/>
      </dsp:nvSpPr>
      <dsp:spPr>
        <a:xfrm>
          <a:off x="4274004" y="782648"/>
          <a:ext cx="3205503" cy="203549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1" kern="1200"/>
            <a:t>Data transformation</a:t>
          </a:r>
          <a:endParaRPr lang="en-US" sz="3500" kern="1200"/>
        </a:p>
      </dsp:txBody>
      <dsp:txXfrm>
        <a:off x="4333622" y="842266"/>
        <a:ext cx="3086267" cy="1916258"/>
      </dsp:txXfrm>
    </dsp:sp>
    <dsp:sp modelId="{231577DA-A48A-4840-9F3F-9408191AD141}">
      <dsp:nvSpPr>
        <dsp:cNvPr id="0" name=""/>
        <dsp:cNvSpPr/>
      </dsp:nvSpPr>
      <dsp:spPr>
        <a:xfrm>
          <a:off x="7835674" y="444289"/>
          <a:ext cx="3205503" cy="203549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512CA2-ED41-402B-BCC8-E5799DF72BD7}">
      <dsp:nvSpPr>
        <dsp:cNvPr id="0" name=""/>
        <dsp:cNvSpPr/>
      </dsp:nvSpPr>
      <dsp:spPr>
        <a:xfrm>
          <a:off x="8191841" y="782648"/>
          <a:ext cx="3205503" cy="203549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1" kern="1200"/>
            <a:t>Dealing with Outliers</a:t>
          </a:r>
          <a:endParaRPr lang="en-US" sz="3500" kern="1200"/>
        </a:p>
      </dsp:txBody>
      <dsp:txXfrm>
        <a:off x="8251459" y="842266"/>
        <a:ext cx="3086267" cy="19162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7DB61-D4BF-4FD2-A6E2-1572320F116B}">
      <dsp:nvSpPr>
        <dsp:cNvPr id="0" name=""/>
        <dsp:cNvSpPr/>
      </dsp:nvSpPr>
      <dsp:spPr>
        <a:xfrm>
          <a:off x="0" y="0"/>
          <a:ext cx="10469880"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1">
          <a:scrgbClr r="0" g="0" b="0"/>
        </a:lnRef>
        <a:fillRef idx="3">
          <a:scrgbClr r="0" g="0" b="0"/>
        </a:fillRef>
        <a:effectRef idx="3">
          <a:scrgbClr r="0" g="0" b="0"/>
        </a:effectRef>
        <a:fontRef idx="minor">
          <a:schemeClr val="lt1"/>
        </a:fontRef>
      </dsp:style>
    </dsp:sp>
    <dsp:sp modelId="{14691536-2702-450F-AFD7-1C7C3C165AA2}">
      <dsp:nvSpPr>
        <dsp:cNvPr id="0" name=""/>
        <dsp:cNvSpPr/>
      </dsp:nvSpPr>
      <dsp:spPr>
        <a:xfrm>
          <a:off x="0" y="0"/>
          <a:ext cx="2093976" cy="3760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IN" sz="3600" b="1" kern="1200" dirty="0"/>
            <a:t>Handling missing values for numeric data with </a:t>
          </a:r>
          <a:r>
            <a:rPr lang="en-IN" sz="3600" b="1" kern="1200" dirty="0">
              <a:solidFill>
                <a:srgbClr val="FF0000"/>
              </a:solidFill>
            </a:rPr>
            <a:t>Average</a:t>
          </a:r>
          <a:endParaRPr lang="en-US" sz="3600" b="1" kern="1200" dirty="0">
            <a:solidFill>
              <a:srgbClr val="FF0000"/>
            </a:solidFill>
          </a:endParaRPr>
        </a:p>
      </dsp:txBody>
      <dsp:txXfrm>
        <a:off x="0" y="0"/>
        <a:ext cx="2093976" cy="3760891"/>
      </dsp:txXfrm>
    </dsp:sp>
    <dsp:sp modelId="{88E8EC61-D48B-4CAD-9D20-3169EC8C6285}">
      <dsp:nvSpPr>
        <dsp:cNvPr id="0" name=""/>
        <dsp:cNvSpPr/>
      </dsp:nvSpPr>
      <dsp:spPr>
        <a:xfrm>
          <a:off x="2251024" y="25387"/>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Font typeface="Wingdings" panose="05000000000000000000" pitchFamily="2" charset="2"/>
            <a:buNone/>
          </a:pPr>
          <a:r>
            <a:rPr lang="en-IN" sz="2400" kern="1200" dirty="0"/>
            <a:t>- Magnitude</a:t>
          </a:r>
          <a:endParaRPr lang="en-US" sz="2400" kern="1200" dirty="0"/>
        </a:p>
      </dsp:txBody>
      <dsp:txXfrm>
        <a:off x="2251024" y="25387"/>
        <a:ext cx="8218855" cy="507757"/>
      </dsp:txXfrm>
    </dsp:sp>
    <dsp:sp modelId="{FCE39563-A638-4A40-95B5-9936D444B861}">
      <dsp:nvSpPr>
        <dsp:cNvPr id="0" name=""/>
        <dsp:cNvSpPr/>
      </dsp:nvSpPr>
      <dsp:spPr>
        <a:xfrm>
          <a:off x="2093976" y="533144"/>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A1849831-F55C-4421-863E-8FE52ADEC5CB}">
      <dsp:nvSpPr>
        <dsp:cNvPr id="0" name=""/>
        <dsp:cNvSpPr/>
      </dsp:nvSpPr>
      <dsp:spPr>
        <a:xfrm>
          <a:off x="2251024" y="558532"/>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a:t>
          </a:r>
          <a:r>
            <a:rPr lang="en-IN" sz="2400" kern="1200" dirty="0" err="1"/>
            <a:t>Cdi</a:t>
          </a:r>
          <a:endParaRPr lang="en-US" sz="2400" kern="1200" dirty="0"/>
        </a:p>
      </dsp:txBody>
      <dsp:txXfrm>
        <a:off x="2251024" y="558532"/>
        <a:ext cx="8218855" cy="507757"/>
      </dsp:txXfrm>
    </dsp:sp>
    <dsp:sp modelId="{A6D23443-BCEA-4C9D-B12A-B0C3CCC29A63}">
      <dsp:nvSpPr>
        <dsp:cNvPr id="0" name=""/>
        <dsp:cNvSpPr/>
      </dsp:nvSpPr>
      <dsp:spPr>
        <a:xfrm>
          <a:off x="2093976" y="1066289"/>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86949203-F3EB-46A7-A180-D4D23543FE36}">
      <dsp:nvSpPr>
        <dsp:cNvPr id="0" name=""/>
        <dsp:cNvSpPr/>
      </dsp:nvSpPr>
      <dsp:spPr>
        <a:xfrm>
          <a:off x="2251024" y="1091677"/>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a:t>
          </a:r>
          <a:r>
            <a:rPr lang="en-IN" sz="2400" kern="1200" dirty="0" err="1"/>
            <a:t>Mmi</a:t>
          </a:r>
          <a:endParaRPr lang="en-US" sz="2400" kern="1200" dirty="0"/>
        </a:p>
      </dsp:txBody>
      <dsp:txXfrm>
        <a:off x="2251024" y="1091677"/>
        <a:ext cx="8218855" cy="507757"/>
      </dsp:txXfrm>
    </dsp:sp>
    <dsp:sp modelId="{35D1752B-05F2-4804-BE5C-7830C60F6C02}">
      <dsp:nvSpPr>
        <dsp:cNvPr id="0" name=""/>
        <dsp:cNvSpPr/>
      </dsp:nvSpPr>
      <dsp:spPr>
        <a:xfrm>
          <a:off x="2093976" y="1599434"/>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FE8863F1-1D22-428C-9870-0A789ABB7168}">
      <dsp:nvSpPr>
        <dsp:cNvPr id="0" name=""/>
        <dsp:cNvSpPr/>
      </dsp:nvSpPr>
      <dsp:spPr>
        <a:xfrm>
          <a:off x="2251024" y="1624822"/>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Sig</a:t>
          </a:r>
          <a:endParaRPr lang="en-US" sz="2400" kern="1200" dirty="0"/>
        </a:p>
      </dsp:txBody>
      <dsp:txXfrm>
        <a:off x="2251024" y="1624822"/>
        <a:ext cx="8218855" cy="507757"/>
      </dsp:txXfrm>
    </dsp:sp>
    <dsp:sp modelId="{36EB0F7D-4D7B-44DD-8614-D334FC188461}">
      <dsp:nvSpPr>
        <dsp:cNvPr id="0" name=""/>
        <dsp:cNvSpPr/>
      </dsp:nvSpPr>
      <dsp:spPr>
        <a:xfrm>
          <a:off x="2093976" y="2132579"/>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1922A41A-3D59-48F4-8FDA-E3401A6C447A}">
      <dsp:nvSpPr>
        <dsp:cNvPr id="0" name=""/>
        <dsp:cNvSpPr/>
      </dsp:nvSpPr>
      <dsp:spPr>
        <a:xfrm>
          <a:off x="2251024" y="2157967"/>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a:t>
          </a:r>
          <a:r>
            <a:rPr lang="en-IN" sz="2400" kern="1200" dirty="0" err="1"/>
            <a:t>Dmin</a:t>
          </a:r>
          <a:endParaRPr lang="en-US" sz="2400" kern="1200" dirty="0"/>
        </a:p>
      </dsp:txBody>
      <dsp:txXfrm>
        <a:off x="2251024" y="2157967"/>
        <a:ext cx="8218855" cy="507757"/>
      </dsp:txXfrm>
    </dsp:sp>
    <dsp:sp modelId="{77D5FAEC-3465-4600-91B1-2F5B1533EDAD}">
      <dsp:nvSpPr>
        <dsp:cNvPr id="0" name=""/>
        <dsp:cNvSpPr/>
      </dsp:nvSpPr>
      <dsp:spPr>
        <a:xfrm>
          <a:off x="2093976" y="2665724"/>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DFF5623D-3763-4D51-8EC8-F82E6B0D39BF}">
      <dsp:nvSpPr>
        <dsp:cNvPr id="0" name=""/>
        <dsp:cNvSpPr/>
      </dsp:nvSpPr>
      <dsp:spPr>
        <a:xfrm>
          <a:off x="2251024" y="2691112"/>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Gap</a:t>
          </a:r>
          <a:endParaRPr lang="en-US" sz="2400" kern="1200" dirty="0"/>
        </a:p>
      </dsp:txBody>
      <dsp:txXfrm>
        <a:off x="2251024" y="2691112"/>
        <a:ext cx="8218855" cy="507757"/>
      </dsp:txXfrm>
    </dsp:sp>
    <dsp:sp modelId="{FBCC3106-F084-42C0-BBFF-622485C0E2EF}">
      <dsp:nvSpPr>
        <dsp:cNvPr id="0" name=""/>
        <dsp:cNvSpPr/>
      </dsp:nvSpPr>
      <dsp:spPr>
        <a:xfrm>
          <a:off x="2093976" y="3198869"/>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C0F827A2-10AA-42C4-97DD-9527842DA0F1}">
      <dsp:nvSpPr>
        <dsp:cNvPr id="0" name=""/>
        <dsp:cNvSpPr/>
      </dsp:nvSpPr>
      <dsp:spPr>
        <a:xfrm>
          <a:off x="2251024" y="3224257"/>
          <a:ext cx="8218855" cy="507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 Depth</a:t>
          </a:r>
          <a:endParaRPr lang="en-US" sz="2400" kern="1200" dirty="0"/>
        </a:p>
      </dsp:txBody>
      <dsp:txXfrm>
        <a:off x="2251024" y="3224257"/>
        <a:ext cx="8218855" cy="507757"/>
      </dsp:txXfrm>
    </dsp:sp>
    <dsp:sp modelId="{1F8A4CC9-E921-4AC8-9AF5-831CF3F0443D}">
      <dsp:nvSpPr>
        <dsp:cNvPr id="0" name=""/>
        <dsp:cNvSpPr/>
      </dsp:nvSpPr>
      <dsp:spPr>
        <a:xfrm>
          <a:off x="2093976" y="3732014"/>
          <a:ext cx="8375904" cy="0"/>
        </a:xfrm>
        <a:prstGeom prst="line">
          <a:avLst/>
        </a:prstGeom>
        <a:noFill/>
        <a:ln w="12700"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BBEF5-60AE-41D5-83E9-196B351DFC10}">
      <dsp:nvSpPr>
        <dsp:cNvPr id="0" name=""/>
        <dsp:cNvSpPr/>
      </dsp:nvSpPr>
      <dsp:spPr>
        <a:xfrm>
          <a:off x="5531997" y="1905351"/>
          <a:ext cx="1833425" cy="872543"/>
        </a:xfrm>
        <a:custGeom>
          <a:avLst/>
          <a:gdLst/>
          <a:ahLst/>
          <a:cxnLst/>
          <a:rect l="0" t="0" r="0" b="0"/>
          <a:pathLst>
            <a:path>
              <a:moveTo>
                <a:pt x="0" y="0"/>
              </a:moveTo>
              <a:lnTo>
                <a:pt x="0" y="594613"/>
              </a:lnTo>
              <a:lnTo>
                <a:pt x="1833425" y="594613"/>
              </a:lnTo>
              <a:lnTo>
                <a:pt x="1833425" y="8725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493E37-71DA-4D7B-92BA-518B6B9F11C8}">
      <dsp:nvSpPr>
        <dsp:cNvPr id="0" name=""/>
        <dsp:cNvSpPr/>
      </dsp:nvSpPr>
      <dsp:spPr>
        <a:xfrm>
          <a:off x="3698572" y="1905351"/>
          <a:ext cx="1833425" cy="872543"/>
        </a:xfrm>
        <a:custGeom>
          <a:avLst/>
          <a:gdLst/>
          <a:ahLst/>
          <a:cxnLst/>
          <a:rect l="0" t="0" r="0" b="0"/>
          <a:pathLst>
            <a:path>
              <a:moveTo>
                <a:pt x="1833425" y="0"/>
              </a:moveTo>
              <a:lnTo>
                <a:pt x="1833425" y="594613"/>
              </a:lnTo>
              <a:lnTo>
                <a:pt x="0" y="594613"/>
              </a:lnTo>
              <a:lnTo>
                <a:pt x="0" y="87254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2AAA96-0610-4A81-80C4-B8EEB85CA1EE}">
      <dsp:nvSpPr>
        <dsp:cNvPr id="0" name=""/>
        <dsp:cNvSpPr/>
      </dsp:nvSpPr>
      <dsp:spPr>
        <a:xfrm>
          <a:off x="4031922" y="255"/>
          <a:ext cx="3000150" cy="190509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C7A323-07D2-4115-8F3B-8257E62977E7}">
      <dsp:nvSpPr>
        <dsp:cNvPr id="0" name=""/>
        <dsp:cNvSpPr/>
      </dsp:nvSpPr>
      <dsp:spPr>
        <a:xfrm>
          <a:off x="4365272" y="316938"/>
          <a:ext cx="3000150" cy="19050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b="1" kern="1200"/>
            <a:t>Data Mining Technique</a:t>
          </a:r>
          <a:endParaRPr lang="en-US" sz="2500" kern="1200"/>
        </a:p>
      </dsp:txBody>
      <dsp:txXfrm>
        <a:off x="4421070" y="372736"/>
        <a:ext cx="2888554" cy="1793499"/>
      </dsp:txXfrm>
    </dsp:sp>
    <dsp:sp modelId="{2D6CCAA9-0E86-4780-A27B-72FA0B5A2E77}">
      <dsp:nvSpPr>
        <dsp:cNvPr id="0" name=""/>
        <dsp:cNvSpPr/>
      </dsp:nvSpPr>
      <dsp:spPr>
        <a:xfrm>
          <a:off x="2198496" y="2777895"/>
          <a:ext cx="3000150" cy="190509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C71EB9-0747-4C59-BE01-1C37EF4E3748}">
      <dsp:nvSpPr>
        <dsp:cNvPr id="0" name=""/>
        <dsp:cNvSpPr/>
      </dsp:nvSpPr>
      <dsp:spPr>
        <a:xfrm>
          <a:off x="2531846" y="3094577"/>
          <a:ext cx="3000150" cy="19050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Decision Tree &amp; KNN - Predict Earthquake Magnitude </a:t>
          </a:r>
        </a:p>
      </dsp:txBody>
      <dsp:txXfrm>
        <a:off x="2587644" y="3150375"/>
        <a:ext cx="2888554" cy="1793499"/>
      </dsp:txXfrm>
    </dsp:sp>
    <dsp:sp modelId="{B47AC1F9-697D-4B9D-8DA0-E2356E053129}">
      <dsp:nvSpPr>
        <dsp:cNvPr id="0" name=""/>
        <dsp:cNvSpPr/>
      </dsp:nvSpPr>
      <dsp:spPr>
        <a:xfrm>
          <a:off x="5865347" y="2777895"/>
          <a:ext cx="3000150" cy="190509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C052B1-E08B-481F-BDF1-FDBF6B74AC65}">
      <dsp:nvSpPr>
        <dsp:cNvPr id="0" name=""/>
        <dsp:cNvSpPr/>
      </dsp:nvSpPr>
      <dsp:spPr>
        <a:xfrm>
          <a:off x="6198697" y="3094577"/>
          <a:ext cx="3000150" cy="19050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Clustering - Identify High-risk Regions Based On Historical Earthquake Data</a:t>
          </a:r>
        </a:p>
      </dsp:txBody>
      <dsp:txXfrm>
        <a:off x="6254495" y="3150375"/>
        <a:ext cx="2888554" cy="17934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4/10/2025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76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4/10/2025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3887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4/10/2025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1873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4/10/2025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4165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4/10/2025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5281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4/10/2025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17661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4/10/2025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06852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4/10/2025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06781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4/10/2025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9504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4/10/2025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6124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4/10/2025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64783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4/10/2025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000053"/>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warcoder/earthquake-dataset?select=earthquake_1995-2023.csv"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A5452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1020FDD-DAFC-FE0A-D938-1572606F7BBC}"/>
              </a:ext>
            </a:extLst>
          </p:cNvPr>
          <p:cNvSpPr>
            <a:spLocks noGrp="1"/>
          </p:cNvSpPr>
          <p:nvPr>
            <p:ph type="ctrTitle"/>
          </p:nvPr>
        </p:nvSpPr>
        <p:spPr>
          <a:xfrm>
            <a:off x="435869" y="640080"/>
            <a:ext cx="3659246" cy="2862699"/>
          </a:xfrm>
        </p:spPr>
        <p:txBody>
          <a:bodyPr vert="horz" lIns="91440" tIns="45720" rIns="91440" bIns="45720" rtlCol="0">
            <a:normAutofit/>
          </a:bodyPr>
          <a:lstStyle/>
          <a:p>
            <a:r>
              <a:rPr lang="en-US" sz="3100" b="1" cap="none" dirty="0">
                <a:solidFill>
                  <a:srgbClr val="FFFFFF"/>
                </a:solidFill>
                <a:latin typeface="Arial" panose="020B0604020202020204" pitchFamily="34" charset="0"/>
                <a:cs typeface="Arial" panose="020B0604020202020204" pitchFamily="34" charset="0"/>
              </a:rPr>
              <a:t>Predict Earthquake Magnitude And Identify High-risk Regions Based On Historical Earthquake Data</a:t>
            </a:r>
          </a:p>
        </p:txBody>
      </p:sp>
      <p:sp>
        <p:nvSpPr>
          <p:cNvPr id="3" name="Subtitle 2">
            <a:extLst>
              <a:ext uri="{FF2B5EF4-FFF2-40B4-BE49-F238E27FC236}">
                <a16:creationId xmlns:a16="http://schemas.microsoft.com/office/drawing/2014/main" id="{14627E76-2F05-E297-44D7-EF2ED9DB364A}"/>
              </a:ext>
            </a:extLst>
          </p:cNvPr>
          <p:cNvSpPr>
            <a:spLocks noGrp="1"/>
          </p:cNvSpPr>
          <p:nvPr>
            <p:ph type="subTitle" idx="1"/>
          </p:nvPr>
        </p:nvSpPr>
        <p:spPr>
          <a:xfrm>
            <a:off x="97971" y="4724404"/>
            <a:ext cx="4343400" cy="1785249"/>
          </a:xfrm>
        </p:spPr>
        <p:txBody>
          <a:bodyPr vert="horz" lIns="91440" tIns="45720" rIns="91440" bIns="45720" rtlCol="0">
            <a:noAutofit/>
          </a:bodyPr>
          <a:lstStyle/>
          <a:p>
            <a:pPr>
              <a:spcBef>
                <a:spcPts val="600"/>
              </a:spcBef>
            </a:pPr>
            <a:r>
              <a:rPr lang="en-US" sz="1800" cap="none" dirty="0">
                <a:solidFill>
                  <a:srgbClr val="FFFFFF"/>
                </a:solidFill>
                <a:latin typeface="Arial" panose="020B0604020202020204" pitchFamily="34" charset="0"/>
                <a:cs typeface="Arial" panose="020B0604020202020204" pitchFamily="34" charset="0"/>
              </a:rPr>
              <a:t>Name</a:t>
            </a:r>
            <a:r>
              <a:rPr lang="en-US" sz="1800" dirty="0">
                <a:solidFill>
                  <a:srgbClr val="FFFFFF"/>
                </a:solidFill>
                <a:latin typeface="Arial" panose="020B0604020202020204" pitchFamily="34" charset="0"/>
                <a:cs typeface="Arial" panose="020B0604020202020204" pitchFamily="34" charset="0"/>
              </a:rPr>
              <a:t> : </a:t>
            </a:r>
          </a:p>
          <a:p>
            <a:pPr marL="285750" indent="-285750">
              <a:spcBef>
                <a:spcPts val="600"/>
              </a:spcBef>
              <a:buFont typeface="Arial" panose="020B0604020202020204" pitchFamily="34" charset="0"/>
              <a:buChar char="•"/>
            </a:pPr>
            <a:r>
              <a:rPr lang="en-US" sz="1800" cap="none" dirty="0">
                <a:solidFill>
                  <a:srgbClr val="FFFFFF"/>
                </a:solidFill>
                <a:latin typeface="Arial" panose="020B0604020202020204" pitchFamily="34" charset="0"/>
                <a:cs typeface="Arial" panose="020B0604020202020204" pitchFamily="34" charset="0"/>
              </a:rPr>
              <a:t>Sheena Anilkumar Patel </a:t>
            </a:r>
          </a:p>
          <a:p>
            <a:endParaRPr lang="en-US" sz="1800" dirty="0">
              <a:solidFill>
                <a:srgbClr val="FFFFFF"/>
              </a:solidFill>
              <a:latin typeface="Arial" panose="020B0604020202020204" pitchFamily="34" charset="0"/>
              <a:cs typeface="Arial" panose="020B0604020202020204" pitchFamily="34" charset="0"/>
            </a:endParaRPr>
          </a:p>
          <a:p>
            <a:endParaRPr lang="en-US" sz="1800" dirty="0">
              <a:solidFill>
                <a:srgbClr val="FFFFFF"/>
              </a:solidFill>
              <a:latin typeface="Arial" panose="020B0604020202020204" pitchFamily="34" charset="0"/>
              <a:cs typeface="Arial" panose="020B0604020202020204" pitchFamily="34" charset="0"/>
            </a:endParaRPr>
          </a:p>
        </p:txBody>
      </p:sp>
      <p:cxnSp>
        <p:nvCxnSpPr>
          <p:cNvPr id="122" name="Straight Connector 121">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descr="A city skyline with red lines&#10;&#10;Description automatically generated">
            <a:extLst>
              <a:ext uri="{FF2B5EF4-FFF2-40B4-BE49-F238E27FC236}">
                <a16:creationId xmlns:a16="http://schemas.microsoft.com/office/drawing/2014/main" id="{43185116-7060-D093-749F-B5190A443E02}"/>
              </a:ext>
            </a:extLst>
          </p:cNvPr>
          <p:cNvPicPr>
            <a:picLocks noChangeAspect="1"/>
          </p:cNvPicPr>
          <p:nvPr/>
        </p:nvPicPr>
        <p:blipFill>
          <a:blip r:embed="rId2">
            <a:extLst>
              <a:ext uri="{28A0092B-C50C-407E-A947-70E740481C1C}">
                <a14:useLocalDpi xmlns:a14="http://schemas.microsoft.com/office/drawing/2010/main" val="0"/>
              </a:ext>
            </a:extLst>
          </a:blip>
          <a:srcRect t="5400" r="1" b="1"/>
          <a:stretch/>
        </p:blipFill>
        <p:spPr>
          <a:xfrm>
            <a:off x="5282335" y="1766700"/>
            <a:ext cx="6275667" cy="3324599"/>
          </a:xfrm>
          <a:prstGeom prst="rect">
            <a:avLst/>
          </a:prstGeom>
        </p:spPr>
      </p:pic>
    </p:spTree>
    <p:extLst>
      <p:ext uri="{BB962C8B-B14F-4D97-AF65-F5344CB8AC3E}">
        <p14:creationId xmlns:p14="http://schemas.microsoft.com/office/powerpoint/2010/main" val="3459593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0" name="Straight Connector 9">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4" name="TextBox 1">
            <a:extLst>
              <a:ext uri="{FF2B5EF4-FFF2-40B4-BE49-F238E27FC236}">
                <a16:creationId xmlns:a16="http://schemas.microsoft.com/office/drawing/2014/main" id="{3E333F34-9F57-E67E-769E-548EE963D41F}"/>
              </a:ext>
            </a:extLst>
          </p:cNvPr>
          <p:cNvGraphicFramePr/>
          <p:nvPr>
            <p:extLst>
              <p:ext uri="{D42A27DB-BD31-4B8C-83A1-F6EECF244321}">
                <p14:modId xmlns:p14="http://schemas.microsoft.com/office/powerpoint/2010/main" val="123917448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9933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09692B-BF8D-F93F-1F52-7B26E08B7627}"/>
              </a:ext>
            </a:extLst>
          </p:cNvPr>
          <p:cNvSpPr txBox="1"/>
          <p:nvPr/>
        </p:nvSpPr>
        <p:spPr>
          <a:xfrm>
            <a:off x="206826" y="266106"/>
            <a:ext cx="2993571"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Introduction</a:t>
            </a:r>
          </a:p>
        </p:txBody>
      </p:sp>
      <p:sp>
        <p:nvSpPr>
          <p:cNvPr id="3" name="TextBox 2">
            <a:extLst>
              <a:ext uri="{FF2B5EF4-FFF2-40B4-BE49-F238E27FC236}">
                <a16:creationId xmlns:a16="http://schemas.microsoft.com/office/drawing/2014/main" id="{27596FDA-B738-A08D-FC5B-6A80FD3DA6D5}"/>
              </a:ext>
            </a:extLst>
          </p:cNvPr>
          <p:cNvSpPr txBox="1"/>
          <p:nvPr/>
        </p:nvSpPr>
        <p:spPr>
          <a:xfrm>
            <a:off x="206826" y="922534"/>
            <a:ext cx="11397345" cy="5457904"/>
          </a:xfrm>
          <a:prstGeom prst="rect">
            <a:avLst/>
          </a:prstGeom>
          <a:noFill/>
        </p:spPr>
        <p:txBody>
          <a:bodyPr wrap="square" rtlCol="0">
            <a:spAutoFit/>
          </a:bodyPr>
          <a:lstStyle/>
          <a:p>
            <a:pPr>
              <a:spcBef>
                <a:spcPts val="800"/>
              </a:spcBef>
            </a:pPr>
            <a:r>
              <a:rPr lang="en-IN" b="1" dirty="0">
                <a:latin typeface="Arial" panose="020B0604020202020204" pitchFamily="34" charset="0"/>
                <a:cs typeface="Arial" panose="020B0604020202020204" pitchFamily="34" charset="0"/>
              </a:rPr>
              <a:t>Problem Statement:</a:t>
            </a:r>
          </a:p>
          <a:p>
            <a:pPr marL="285750" indent="-285750">
              <a:spcBef>
                <a:spcPts val="800"/>
              </a:spcBef>
              <a:buFont typeface="Arial" panose="020B0604020202020204" pitchFamily="34" charset="0"/>
              <a:buChar char="•"/>
            </a:pPr>
            <a:r>
              <a:rPr lang="en-IN" dirty="0">
                <a:latin typeface="Arial" panose="020B0604020202020204" pitchFamily="34" charset="0"/>
                <a:cs typeface="Arial" panose="020B0604020202020204" pitchFamily="34" charset="0"/>
              </a:rPr>
              <a:t>Predict earthquake magnitude using historical data.</a:t>
            </a:r>
          </a:p>
          <a:p>
            <a:pPr marL="285750" indent="-285750">
              <a:spcBef>
                <a:spcPts val="800"/>
              </a:spcBef>
              <a:buFont typeface="Arial" panose="020B0604020202020204" pitchFamily="34" charset="0"/>
              <a:buChar char="•"/>
            </a:pPr>
            <a:r>
              <a:rPr lang="en-IN" dirty="0">
                <a:latin typeface="Arial" panose="020B0604020202020204" pitchFamily="34" charset="0"/>
                <a:cs typeface="Arial" panose="020B0604020202020204" pitchFamily="34" charset="0"/>
              </a:rPr>
              <a:t>Identify high-risk regions for earthquakes based on clustering historical earthquake occurrences.</a:t>
            </a:r>
          </a:p>
          <a:p>
            <a:pPr>
              <a:spcBef>
                <a:spcPts val="800"/>
              </a:spcBef>
            </a:pPr>
            <a:endParaRPr lang="en-IN" dirty="0">
              <a:latin typeface="Arial" panose="020B0604020202020204" pitchFamily="34" charset="0"/>
              <a:cs typeface="Arial" panose="020B0604020202020204" pitchFamily="34" charset="0"/>
            </a:endParaRPr>
          </a:p>
          <a:p>
            <a:pPr>
              <a:spcBef>
                <a:spcPts val="800"/>
              </a:spcBef>
            </a:pPr>
            <a:r>
              <a:rPr lang="en-IN" b="1" dirty="0">
                <a:latin typeface="Arial" panose="020B0604020202020204" pitchFamily="34" charset="0"/>
                <a:cs typeface="Arial" panose="020B0604020202020204" pitchFamily="34" charset="0"/>
              </a:rPr>
              <a:t>Objectives:</a:t>
            </a:r>
          </a:p>
          <a:p>
            <a:pPr marL="285750" indent="-285750">
              <a:spcBef>
                <a:spcPts val="800"/>
              </a:spcBef>
              <a:buFont typeface="Arial" panose="020B0604020202020204" pitchFamily="34" charset="0"/>
              <a:buChar char="•"/>
            </a:pPr>
            <a:r>
              <a:rPr lang="en-IN" dirty="0">
                <a:latin typeface="Arial" panose="020B0604020202020204" pitchFamily="34" charset="0"/>
                <a:cs typeface="Arial" panose="020B0604020202020204" pitchFamily="34" charset="0"/>
              </a:rPr>
              <a:t>Use decision tree for magnitude prediction.</a:t>
            </a:r>
          </a:p>
          <a:p>
            <a:pPr marL="285750" indent="-285750">
              <a:spcBef>
                <a:spcPts val="800"/>
              </a:spcBef>
              <a:buFont typeface="Arial" panose="020B0604020202020204" pitchFamily="34" charset="0"/>
              <a:buChar char="•"/>
            </a:pPr>
            <a:r>
              <a:rPr lang="en-IN" dirty="0">
                <a:latin typeface="Arial" panose="020B0604020202020204" pitchFamily="34" charset="0"/>
                <a:cs typeface="Arial" panose="020B0604020202020204" pitchFamily="34" charset="0"/>
              </a:rPr>
              <a:t>Apply DBSCAN (Density-Based Spatial Clustering) to cluster geographical regions prone to earthquakes.</a:t>
            </a:r>
          </a:p>
          <a:p>
            <a:pPr marL="285750" indent="-285750">
              <a:spcBef>
                <a:spcPts val="800"/>
              </a:spcBef>
              <a:buFont typeface="Arial" panose="020B0604020202020204" pitchFamily="34" charset="0"/>
              <a:buChar char="•"/>
            </a:pPr>
            <a:r>
              <a:rPr lang="en-IN" dirty="0">
                <a:latin typeface="Arial" panose="020B0604020202020204" pitchFamily="34" charset="0"/>
                <a:cs typeface="Arial" panose="020B0604020202020204" pitchFamily="34" charset="0"/>
              </a:rPr>
              <a:t>Extract actionable insights for disaster preparedness.</a:t>
            </a:r>
          </a:p>
          <a:p>
            <a:pPr>
              <a:spcBef>
                <a:spcPts val="800"/>
              </a:spcBef>
            </a:pPr>
            <a:endParaRPr lang="en-IN" dirty="0">
              <a:latin typeface="Arial" panose="020B0604020202020204" pitchFamily="34" charset="0"/>
              <a:cs typeface="Arial" panose="020B0604020202020204" pitchFamily="34" charset="0"/>
            </a:endParaRPr>
          </a:p>
          <a:p>
            <a:pPr>
              <a:spcBef>
                <a:spcPts val="800"/>
              </a:spcBef>
            </a:pPr>
            <a:r>
              <a:rPr lang="en-US" b="1" dirty="0">
                <a:latin typeface="Arial" panose="020B0604020202020204" pitchFamily="34" charset="0"/>
                <a:cs typeface="Arial" panose="020B0604020202020204" pitchFamily="34" charset="0"/>
              </a:rPr>
              <a:t>Dataset Background:</a:t>
            </a:r>
          </a:p>
          <a:p>
            <a:pPr marL="285750" indent="-285750">
              <a:spcBef>
                <a:spcPts val="800"/>
              </a:spcBef>
              <a:buFont typeface="Arial" panose="020B0604020202020204" pitchFamily="34" charset="0"/>
              <a:buChar char="•"/>
            </a:pPr>
            <a:r>
              <a:rPr lang="en-US" dirty="0">
                <a:latin typeface="Arial" panose="020B0604020202020204" pitchFamily="34" charset="0"/>
                <a:cs typeface="Arial" panose="020B0604020202020204" pitchFamily="34" charset="0"/>
              </a:rPr>
              <a:t>The dataset includes historical earthquake records from 1/1/2001 to 1/1/2023</a:t>
            </a:r>
          </a:p>
          <a:p>
            <a:pPr algn="l" fontAlgn="base">
              <a:spcBef>
                <a:spcPts val="800"/>
              </a:spcBef>
              <a:spcAft>
                <a:spcPts val="600"/>
              </a:spcAft>
              <a:buFont typeface="Arial" panose="020B0604020202020204" pitchFamily="34" charset="0"/>
              <a:buChar char="•"/>
            </a:pPr>
            <a:r>
              <a:rPr lang="en-IN" b="0" i="0" dirty="0">
                <a:solidFill>
                  <a:srgbClr val="3C4043"/>
                </a:solidFill>
                <a:effectLst/>
                <a:latin typeface="Arial" panose="020B0604020202020204" pitchFamily="34" charset="0"/>
                <a:cs typeface="Arial" panose="020B0604020202020204" pitchFamily="34" charset="0"/>
              </a:rPr>
              <a:t>Rows: 1603</a:t>
            </a:r>
          </a:p>
          <a:p>
            <a:pPr algn="l" fontAlgn="base">
              <a:spcBef>
                <a:spcPts val="800"/>
              </a:spcBef>
              <a:spcAft>
                <a:spcPts val="600"/>
              </a:spcAft>
              <a:buFont typeface="Arial" panose="020B0604020202020204" pitchFamily="34" charset="0"/>
              <a:buChar char="•"/>
            </a:pPr>
            <a:r>
              <a:rPr lang="en-IN" b="0" i="0" dirty="0">
                <a:solidFill>
                  <a:srgbClr val="3C4043"/>
                </a:solidFill>
                <a:effectLst/>
                <a:latin typeface="Arial" panose="020B0604020202020204" pitchFamily="34" charset="0"/>
                <a:cs typeface="Arial" panose="020B0604020202020204" pitchFamily="34" charset="0"/>
              </a:rPr>
              <a:t>Columns: 19</a:t>
            </a:r>
          </a:p>
          <a:p>
            <a:pPr algn="l" fontAlgn="base">
              <a:spcBef>
                <a:spcPts val="800"/>
              </a:spcBef>
              <a:spcAft>
                <a:spcPts val="600"/>
              </a:spcAft>
            </a:pPr>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3234E90-90BD-BAAB-53DF-8DC86D248503}"/>
              </a:ext>
            </a:extLst>
          </p:cNvPr>
          <p:cNvSpPr txBox="1"/>
          <p:nvPr/>
        </p:nvSpPr>
        <p:spPr>
          <a:xfrm>
            <a:off x="0" y="6424210"/>
            <a:ext cx="11130035" cy="646331"/>
          </a:xfrm>
          <a:prstGeom prst="rect">
            <a:avLst/>
          </a:prstGeom>
          <a:noFill/>
        </p:spPr>
        <p:txBody>
          <a:bodyPr wrap="none" rtlCol="0">
            <a:spAutoFit/>
          </a:bodyPr>
          <a:lstStyle/>
          <a:p>
            <a:r>
              <a:rPr lang="en-US" dirty="0">
                <a:solidFill>
                  <a:schemeClr val="bg1"/>
                </a:solidFill>
                <a:latin typeface="Arial" panose="020B0604020202020204" pitchFamily="34" charset="0"/>
                <a:cs typeface="Arial" panose="020B0604020202020204" pitchFamily="34" charset="0"/>
              </a:rPr>
              <a:t>Source: </a:t>
            </a:r>
            <a:r>
              <a:rPr lang="en-IN" dirty="0">
                <a:solidFill>
                  <a:schemeClr val="bg1"/>
                </a:solidFill>
                <a:latin typeface="Arial" panose="020B0604020202020204" pitchFamily="34" charset="0"/>
                <a:cs typeface="Arial" panose="020B0604020202020204" pitchFamily="34" charset="0"/>
                <a:hlinkClick r:id="rId2"/>
              </a:rPr>
              <a:t>https://www.kaggle.com/datasets/warcoder/earthquake-dataset?select=earthquake_1995-2023.csv</a:t>
            </a:r>
            <a:endParaRPr lang="en-IN" dirty="0">
              <a:solidFill>
                <a:schemeClr val="bg1"/>
              </a:solidFill>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512974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EE41-A2F4-A129-33EC-F638A709180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6C3E206-14BB-F18A-28E2-24481A85A118}"/>
              </a:ext>
            </a:extLst>
          </p:cNvPr>
          <p:cNvGraphicFramePr>
            <a:graphicFrameLocks noGrp="1"/>
          </p:cNvGraphicFramePr>
          <p:nvPr>
            <p:extLst>
              <p:ext uri="{D42A27DB-BD31-4B8C-83A1-F6EECF244321}">
                <p14:modId xmlns:p14="http://schemas.microsoft.com/office/powerpoint/2010/main" val="3834777861"/>
              </p:ext>
            </p:extLst>
          </p:nvPr>
        </p:nvGraphicFramePr>
        <p:xfrm>
          <a:off x="185056" y="664801"/>
          <a:ext cx="11780802" cy="5481320"/>
        </p:xfrm>
        <a:graphic>
          <a:graphicData uri="http://schemas.openxmlformats.org/drawingml/2006/table">
            <a:tbl>
              <a:tblPr firstRow="1" bandRow="1">
                <a:tableStyleId>{5C22544A-7EE6-4342-B048-85BDC9FD1C3A}</a:tableStyleId>
              </a:tblPr>
              <a:tblGrid>
                <a:gridCol w="5890401">
                  <a:extLst>
                    <a:ext uri="{9D8B030D-6E8A-4147-A177-3AD203B41FA5}">
                      <a16:colId xmlns:a16="http://schemas.microsoft.com/office/drawing/2014/main" val="1726109438"/>
                    </a:ext>
                  </a:extLst>
                </a:gridCol>
                <a:gridCol w="5890401">
                  <a:extLst>
                    <a:ext uri="{9D8B030D-6E8A-4147-A177-3AD203B41FA5}">
                      <a16:colId xmlns:a16="http://schemas.microsoft.com/office/drawing/2014/main" val="1981050866"/>
                    </a:ext>
                  </a:extLst>
                </a:gridCol>
              </a:tblGrid>
              <a:tr h="5364089">
                <a:tc>
                  <a:txBody>
                    <a:bodyPr/>
                    <a:lstStyle/>
                    <a:p>
                      <a:pPr marL="285750" indent="-285750" algn="l" fontAlgn="base">
                        <a:spcBef>
                          <a:spcPts val="800"/>
                        </a:spcBef>
                        <a:spcAft>
                          <a:spcPts val="600"/>
                        </a:spcAft>
                        <a:buFont typeface="Arial" panose="020B0604020202020204" pitchFamily="34" charset="0"/>
                        <a:buChar char="•"/>
                      </a:pPr>
                      <a:r>
                        <a:rPr lang="en-US" sz="1600" b="1" dirty="0">
                          <a:solidFill>
                            <a:schemeClr val="tx1"/>
                          </a:solidFill>
                          <a:highlight>
                            <a:srgbClr val="00FF00"/>
                          </a:highlight>
                          <a:latin typeface="Arial" panose="020B0604020202020204" pitchFamily="34" charset="0"/>
                          <a:cs typeface="Arial" panose="020B0604020202020204" pitchFamily="34" charset="0"/>
                        </a:rPr>
                        <a:t>magnitude</a:t>
                      </a:r>
                      <a:r>
                        <a:rPr lang="en-US" sz="1600" b="0" dirty="0">
                          <a:solidFill>
                            <a:schemeClr val="tx1"/>
                          </a:solidFill>
                          <a:latin typeface="Arial" panose="020B0604020202020204" pitchFamily="34" charset="0"/>
                          <a:cs typeface="Arial" panose="020B0604020202020204" pitchFamily="34" charset="0"/>
                        </a:rPr>
                        <a:t>: The magnitude of the earthquake</a:t>
                      </a:r>
                    </a:p>
                    <a:p>
                      <a:pPr marL="285750" indent="-285750" algn="l" fontAlgn="base">
                        <a:spcBef>
                          <a:spcPts val="800"/>
                        </a:spcBef>
                        <a:spcAft>
                          <a:spcPts val="600"/>
                        </a:spcAft>
                        <a:buFont typeface="Arial" panose="020B0604020202020204" pitchFamily="34" charset="0"/>
                        <a:buChar char="•"/>
                      </a:pPr>
                      <a:r>
                        <a:rPr lang="en-US" sz="1600" b="1" dirty="0" err="1">
                          <a:solidFill>
                            <a:schemeClr val="tx1"/>
                          </a:solidFill>
                          <a:latin typeface="Arial" panose="020B0604020202020204" pitchFamily="34" charset="0"/>
                          <a:cs typeface="Arial" panose="020B0604020202020204" pitchFamily="34" charset="0"/>
                        </a:rPr>
                        <a:t>date_time</a:t>
                      </a:r>
                      <a:r>
                        <a:rPr lang="en-US" sz="1600" b="0" dirty="0">
                          <a:solidFill>
                            <a:schemeClr val="tx1"/>
                          </a:solidFill>
                          <a:latin typeface="Arial" panose="020B0604020202020204" pitchFamily="34" charset="0"/>
                          <a:cs typeface="Arial" panose="020B0604020202020204" pitchFamily="34" charset="0"/>
                        </a:rPr>
                        <a:t>: date and time</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highlight>
                            <a:srgbClr val="FFFF00"/>
                          </a:highlight>
                          <a:latin typeface="Arial" panose="020B0604020202020204" pitchFamily="34" charset="0"/>
                          <a:cs typeface="Arial" panose="020B0604020202020204" pitchFamily="34" charset="0"/>
                        </a:rPr>
                        <a:t>cdi</a:t>
                      </a:r>
                      <a:r>
                        <a:rPr lang="en-US" sz="1600" b="0" dirty="0">
                          <a:solidFill>
                            <a:schemeClr val="tx1"/>
                          </a:solidFill>
                          <a:latin typeface="Arial" panose="020B0604020202020204" pitchFamily="34" charset="0"/>
                          <a:cs typeface="Arial" panose="020B0604020202020204" pitchFamily="34" charset="0"/>
                        </a:rPr>
                        <a:t>: The maximum reported intensity for the event range</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highlight>
                            <a:srgbClr val="FFFF00"/>
                          </a:highlight>
                          <a:latin typeface="Arial" panose="020B0604020202020204" pitchFamily="34" charset="0"/>
                          <a:cs typeface="Arial" panose="020B0604020202020204" pitchFamily="34" charset="0"/>
                        </a:rPr>
                        <a:t>mmi</a:t>
                      </a:r>
                      <a:r>
                        <a:rPr lang="en-US" sz="1600" b="0" dirty="0">
                          <a:solidFill>
                            <a:schemeClr val="tx1"/>
                          </a:solidFill>
                          <a:latin typeface="Arial" panose="020B0604020202020204" pitchFamily="34" charset="0"/>
                          <a:cs typeface="Arial" panose="020B0604020202020204" pitchFamily="34" charset="0"/>
                        </a:rPr>
                        <a:t>: The maximum estimated instrumental intensity</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highlight>
                            <a:srgbClr val="FFFF00"/>
                          </a:highlight>
                          <a:latin typeface="Arial" panose="020B0604020202020204" pitchFamily="34" charset="0"/>
                          <a:cs typeface="Arial" panose="020B0604020202020204" pitchFamily="34" charset="0"/>
                        </a:rPr>
                        <a:t>alert</a:t>
                      </a:r>
                      <a:r>
                        <a:rPr lang="en-US" sz="1600" b="1" dirty="0">
                          <a:solidFill>
                            <a:schemeClr val="tx1"/>
                          </a:solidFill>
                          <a:latin typeface="Arial" panose="020B0604020202020204" pitchFamily="34" charset="0"/>
                          <a:cs typeface="Arial" panose="020B0604020202020204" pitchFamily="34" charset="0"/>
                        </a:rPr>
                        <a:t>: </a:t>
                      </a:r>
                      <a:r>
                        <a:rPr lang="en-US" sz="1600" b="0" dirty="0">
                          <a:solidFill>
                            <a:schemeClr val="tx1"/>
                          </a:solidFill>
                          <a:latin typeface="Arial" panose="020B0604020202020204" pitchFamily="34" charset="0"/>
                          <a:cs typeface="Arial" panose="020B0604020202020204" pitchFamily="34" charset="0"/>
                        </a:rPr>
                        <a:t>The alert level - “green”, “yellow”, “orange”, and “red”</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latin typeface="Arial" panose="020B0604020202020204" pitchFamily="34" charset="0"/>
                          <a:cs typeface="Arial" panose="020B0604020202020204" pitchFamily="34" charset="0"/>
                        </a:rPr>
                        <a:t>tsunami</a:t>
                      </a:r>
                      <a:r>
                        <a:rPr lang="en-US" sz="1600" b="0" dirty="0">
                          <a:solidFill>
                            <a:schemeClr val="tx1"/>
                          </a:solidFill>
                          <a:latin typeface="Arial" panose="020B0604020202020204" pitchFamily="34" charset="0"/>
                          <a:cs typeface="Arial" panose="020B0604020202020204" pitchFamily="34" charset="0"/>
                        </a:rPr>
                        <a:t>: "1" for events in oceanic regions and "0" otherwise</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highlight>
                            <a:srgbClr val="FFFF00"/>
                          </a:highlight>
                          <a:latin typeface="Arial" panose="020B0604020202020204" pitchFamily="34" charset="0"/>
                          <a:cs typeface="Arial" panose="020B0604020202020204" pitchFamily="34" charset="0"/>
                        </a:rPr>
                        <a:t>sig</a:t>
                      </a:r>
                      <a:r>
                        <a:rPr lang="en-US" sz="1600" b="0" dirty="0">
                          <a:solidFill>
                            <a:schemeClr val="tx1"/>
                          </a:solidFill>
                          <a:latin typeface="Arial" panose="020B0604020202020204" pitchFamily="34" charset="0"/>
                          <a:cs typeface="Arial" panose="020B0604020202020204" pitchFamily="34" charset="0"/>
                        </a:rPr>
                        <a:t>: A number describing how significant the event is. Larger numbers indicate a more significant event. This value is determined on a number of factors, including: magnitude, maximum MMI, felt reports, and estimated impact</a:t>
                      </a:r>
                    </a:p>
                    <a:p>
                      <a:pPr marL="285750" indent="-285750" algn="l" fontAlgn="base">
                        <a:spcBef>
                          <a:spcPts val="800"/>
                        </a:spcBef>
                        <a:spcAft>
                          <a:spcPts val="600"/>
                        </a:spcAft>
                        <a:buFont typeface="Arial" panose="020B0604020202020204" pitchFamily="34" charset="0"/>
                        <a:buChar char="•"/>
                      </a:pPr>
                      <a:r>
                        <a:rPr lang="en-US" sz="1600" b="1" dirty="0">
                          <a:solidFill>
                            <a:schemeClr val="tx1"/>
                          </a:solidFill>
                          <a:latin typeface="Arial" panose="020B0604020202020204" pitchFamily="34" charset="0"/>
                          <a:cs typeface="Arial" panose="020B0604020202020204" pitchFamily="34" charset="0"/>
                        </a:rPr>
                        <a:t>net</a:t>
                      </a:r>
                      <a:r>
                        <a:rPr lang="en-US" sz="1600" b="0" dirty="0">
                          <a:solidFill>
                            <a:schemeClr val="tx1"/>
                          </a:solidFill>
                          <a:latin typeface="Arial" panose="020B0604020202020204" pitchFamily="34" charset="0"/>
                          <a:cs typeface="Arial" panose="020B0604020202020204" pitchFamily="34" charset="0"/>
                        </a:rPr>
                        <a:t>: The ID that Identifies the network - source of information for this event.</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err="1">
                          <a:solidFill>
                            <a:schemeClr val="tx1"/>
                          </a:solidFill>
                          <a:latin typeface="Arial" panose="020B0604020202020204" pitchFamily="34" charset="0"/>
                          <a:cs typeface="Arial" panose="020B0604020202020204" pitchFamily="34" charset="0"/>
                        </a:rPr>
                        <a:t>nst</a:t>
                      </a:r>
                      <a:r>
                        <a:rPr lang="en-US" sz="1600" b="0" dirty="0">
                          <a:solidFill>
                            <a:schemeClr val="tx1"/>
                          </a:solidFill>
                          <a:latin typeface="Arial" panose="020B0604020202020204" pitchFamily="34" charset="0"/>
                          <a:cs typeface="Arial" panose="020B0604020202020204" pitchFamily="34" charset="0"/>
                        </a:rPr>
                        <a:t>: The total number of seismic stations used to determine earthquake location.</a:t>
                      </a:r>
                    </a:p>
                  </a:txBody>
                  <a:tcPr>
                    <a:lnL w="28575" cap="flat" cmpd="sng" algn="ctr">
                      <a:solidFill>
                        <a:schemeClr val="tx1">
                          <a:lumMod val="95000"/>
                          <a:lumOff val="5000"/>
                        </a:schemeClr>
                      </a:solidFill>
                      <a:prstDash val="solid"/>
                      <a:round/>
                      <a:headEnd type="none" w="med" len="med"/>
                      <a:tailEnd type="none" w="med" len="med"/>
                    </a:lnL>
                    <a:lnR w="28575" cap="flat" cmpd="sng" algn="ctr">
                      <a:solidFill>
                        <a:schemeClr val="tx1">
                          <a:lumMod val="95000"/>
                          <a:lumOff val="5000"/>
                        </a:schemeClr>
                      </a:solidFill>
                      <a:prstDash val="solid"/>
                      <a:round/>
                      <a:headEnd type="none" w="med" len="med"/>
                      <a:tailEnd type="none" w="med" len="med"/>
                    </a:lnR>
                    <a:lnT w="28575" cap="flat" cmpd="sng" algn="ctr">
                      <a:solidFill>
                        <a:schemeClr val="tx1">
                          <a:lumMod val="95000"/>
                          <a:lumOff val="5000"/>
                        </a:schemeClr>
                      </a:solidFill>
                      <a:prstDash val="solid"/>
                      <a:round/>
                      <a:headEnd type="none" w="med" len="med"/>
                      <a:tailEnd type="none" w="med" len="med"/>
                    </a:lnT>
                    <a:lnB w="28575" cap="flat" cmpd="sng" algn="ctr">
                      <a:solidFill>
                        <a:schemeClr val="tx1">
                          <a:lumMod val="95000"/>
                          <a:lumOff val="5000"/>
                        </a:schemeClr>
                      </a:solidFill>
                      <a:prstDash val="solid"/>
                      <a:round/>
                      <a:headEnd type="none" w="med" len="med"/>
                      <a:tailEnd type="none" w="med" len="med"/>
                    </a:lnB>
                    <a:solidFill>
                      <a:schemeClr val="bg1"/>
                    </a:solidFill>
                  </a:tcPr>
                </a:tc>
                <a:tc>
                  <a:txBody>
                    <a:bodyPr/>
                    <a:lstStyle/>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err="1">
                          <a:solidFill>
                            <a:schemeClr val="tx1"/>
                          </a:solidFill>
                          <a:highlight>
                            <a:srgbClr val="FFFF00"/>
                          </a:highlight>
                          <a:latin typeface="Arial" panose="020B0604020202020204" pitchFamily="34" charset="0"/>
                          <a:cs typeface="Arial" panose="020B0604020202020204" pitchFamily="34" charset="0"/>
                        </a:rPr>
                        <a:t>dmin</a:t>
                      </a:r>
                      <a:r>
                        <a:rPr lang="en-US" sz="1600" b="0" dirty="0">
                          <a:solidFill>
                            <a:schemeClr val="tx1"/>
                          </a:solidFill>
                          <a:latin typeface="Arial" panose="020B0604020202020204" pitchFamily="34" charset="0"/>
                          <a:cs typeface="Arial" panose="020B0604020202020204" pitchFamily="34" charset="0"/>
                        </a:rPr>
                        <a:t>: Horizontal distance from the epicenter to the nearest station</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highlight>
                            <a:srgbClr val="FFFF00"/>
                          </a:highlight>
                          <a:latin typeface="Arial" panose="020B0604020202020204" pitchFamily="34" charset="0"/>
                          <a:cs typeface="Arial" panose="020B0604020202020204" pitchFamily="34" charset="0"/>
                        </a:rPr>
                        <a:t>gap</a:t>
                      </a:r>
                      <a:r>
                        <a:rPr lang="en-US" sz="1600" b="0" dirty="0">
                          <a:solidFill>
                            <a:schemeClr val="tx1"/>
                          </a:solidFill>
                          <a:latin typeface="Arial" panose="020B0604020202020204" pitchFamily="34" charset="0"/>
                          <a:cs typeface="Arial" panose="020B0604020202020204" pitchFamily="34" charset="0"/>
                        </a:rPr>
                        <a:t>: The largest azimuthal gap between azimuthally adjacent stations (in degrees). In general, the smaller this number, the more reliable is the calculated horizontal position of the earthquake. Earthquake locations in which the azimuthal gap exceeds 180 degrees typically have large location and depth uncertainties</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err="1">
                          <a:solidFill>
                            <a:schemeClr val="tx1"/>
                          </a:solidFill>
                          <a:latin typeface="Arial" panose="020B0604020202020204" pitchFamily="34" charset="0"/>
                          <a:cs typeface="Arial" panose="020B0604020202020204" pitchFamily="34" charset="0"/>
                        </a:rPr>
                        <a:t>magType</a:t>
                      </a:r>
                      <a:r>
                        <a:rPr lang="en-US" sz="1600" b="0" dirty="0">
                          <a:solidFill>
                            <a:schemeClr val="tx1"/>
                          </a:solidFill>
                          <a:latin typeface="Arial" panose="020B0604020202020204" pitchFamily="34" charset="0"/>
                          <a:cs typeface="Arial" panose="020B0604020202020204" pitchFamily="34" charset="0"/>
                        </a:rPr>
                        <a:t>: The method or algorithm used to calculate the preferred magnitude for the event</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highlight>
                            <a:srgbClr val="FFFF00"/>
                          </a:highlight>
                          <a:latin typeface="Arial" panose="020B0604020202020204" pitchFamily="34" charset="0"/>
                          <a:cs typeface="Arial" panose="020B0604020202020204" pitchFamily="34" charset="0"/>
                        </a:rPr>
                        <a:t>depth</a:t>
                      </a:r>
                      <a:r>
                        <a:rPr lang="en-US" sz="1600" b="0" dirty="0">
                          <a:solidFill>
                            <a:schemeClr val="tx1"/>
                          </a:solidFill>
                          <a:latin typeface="Arial" panose="020B0604020202020204" pitchFamily="34" charset="0"/>
                          <a:cs typeface="Arial" panose="020B0604020202020204" pitchFamily="34" charset="0"/>
                        </a:rPr>
                        <a:t>: The depth where the earthquake begins to rupture</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latin typeface="Arial" panose="020B0604020202020204" pitchFamily="34" charset="0"/>
                          <a:cs typeface="Arial" panose="020B0604020202020204" pitchFamily="34" charset="0"/>
                        </a:rPr>
                        <a:t>latitude / longitude</a:t>
                      </a:r>
                      <a:r>
                        <a:rPr lang="en-US" sz="1600" b="0" dirty="0">
                          <a:solidFill>
                            <a:schemeClr val="tx1"/>
                          </a:solidFill>
                          <a:latin typeface="Arial" panose="020B0604020202020204" pitchFamily="34" charset="0"/>
                          <a:cs typeface="Arial" panose="020B0604020202020204" pitchFamily="34" charset="0"/>
                        </a:rPr>
                        <a:t>: coordinate system by means of which the position or location of any place on Earth's surface can be determined and described</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latin typeface="Arial" panose="020B0604020202020204" pitchFamily="34" charset="0"/>
                          <a:cs typeface="Arial" panose="020B0604020202020204" pitchFamily="34" charset="0"/>
                        </a:rPr>
                        <a:t>location</a:t>
                      </a:r>
                      <a:r>
                        <a:rPr lang="en-US" sz="1600" b="0" dirty="0">
                          <a:solidFill>
                            <a:schemeClr val="tx1"/>
                          </a:solidFill>
                          <a:latin typeface="Arial" panose="020B0604020202020204" pitchFamily="34" charset="0"/>
                          <a:cs typeface="Arial" panose="020B0604020202020204" pitchFamily="34" charset="0"/>
                        </a:rPr>
                        <a:t>: location within the country</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latin typeface="Arial" panose="020B0604020202020204" pitchFamily="34" charset="0"/>
                          <a:cs typeface="Arial" panose="020B0604020202020204" pitchFamily="34" charset="0"/>
                        </a:rPr>
                        <a:t>continent</a:t>
                      </a:r>
                      <a:r>
                        <a:rPr lang="en-US" sz="1600" b="0" dirty="0">
                          <a:solidFill>
                            <a:schemeClr val="tx1"/>
                          </a:solidFill>
                          <a:latin typeface="Arial" panose="020B0604020202020204" pitchFamily="34" charset="0"/>
                          <a:cs typeface="Arial" panose="020B0604020202020204" pitchFamily="34" charset="0"/>
                        </a:rPr>
                        <a:t>: continent of the earthquake hit country</a:t>
                      </a:r>
                    </a:p>
                    <a:p>
                      <a:pPr marL="285750" marR="0" lvl="0" indent="-285750" algn="l" defTabSz="914400" rtl="0" eaLnBrk="1" fontAlgn="base" latinLnBrk="0" hangingPunct="1">
                        <a:lnSpc>
                          <a:spcPct val="100000"/>
                        </a:lnSpc>
                        <a:spcBef>
                          <a:spcPts val="800"/>
                        </a:spcBef>
                        <a:spcAft>
                          <a:spcPts val="600"/>
                        </a:spcAft>
                        <a:buClrTx/>
                        <a:buSzTx/>
                        <a:buFont typeface="Arial" panose="020B0604020202020204" pitchFamily="34" charset="0"/>
                        <a:buChar char="•"/>
                        <a:tabLst/>
                        <a:defRPr/>
                      </a:pPr>
                      <a:r>
                        <a:rPr lang="en-US" sz="1600" b="1" dirty="0">
                          <a:solidFill>
                            <a:schemeClr val="tx1"/>
                          </a:solidFill>
                          <a:latin typeface="Arial" panose="020B0604020202020204" pitchFamily="34" charset="0"/>
                          <a:cs typeface="Arial" panose="020B0604020202020204" pitchFamily="34" charset="0"/>
                        </a:rPr>
                        <a:t>country</a:t>
                      </a:r>
                      <a:r>
                        <a:rPr lang="en-US" sz="1600" b="0" dirty="0">
                          <a:solidFill>
                            <a:schemeClr val="tx1"/>
                          </a:solidFill>
                          <a:latin typeface="Arial" panose="020B0604020202020204" pitchFamily="34" charset="0"/>
                          <a:cs typeface="Arial" panose="020B0604020202020204" pitchFamily="34" charset="0"/>
                        </a:rPr>
                        <a:t>: affected country</a:t>
                      </a:r>
                      <a:endParaRPr lang="en-IN" sz="1600" b="0" dirty="0">
                        <a:solidFill>
                          <a:schemeClr val="tx1"/>
                        </a:solidFill>
                      </a:endParaRPr>
                    </a:p>
                  </a:txBody>
                  <a:tcPr>
                    <a:lnL w="28575" cap="flat" cmpd="sng" algn="ctr">
                      <a:solidFill>
                        <a:schemeClr val="tx1">
                          <a:lumMod val="95000"/>
                          <a:lumOff val="5000"/>
                        </a:schemeClr>
                      </a:solidFill>
                      <a:prstDash val="solid"/>
                      <a:round/>
                      <a:headEnd type="none" w="med" len="med"/>
                      <a:tailEnd type="none" w="med" len="med"/>
                    </a:lnL>
                    <a:lnR w="28575" cap="flat" cmpd="sng" algn="ctr">
                      <a:solidFill>
                        <a:schemeClr val="tx1">
                          <a:lumMod val="95000"/>
                          <a:lumOff val="5000"/>
                        </a:schemeClr>
                      </a:solidFill>
                      <a:prstDash val="solid"/>
                      <a:round/>
                      <a:headEnd type="none" w="med" len="med"/>
                      <a:tailEnd type="none" w="med" len="med"/>
                    </a:lnR>
                    <a:lnT w="28575" cap="flat" cmpd="sng" algn="ctr">
                      <a:solidFill>
                        <a:schemeClr val="tx1">
                          <a:lumMod val="95000"/>
                          <a:lumOff val="5000"/>
                        </a:schemeClr>
                      </a:solidFill>
                      <a:prstDash val="solid"/>
                      <a:round/>
                      <a:headEnd type="none" w="med" len="med"/>
                      <a:tailEnd type="none" w="med" len="med"/>
                    </a:lnT>
                    <a:lnB w="28575" cap="flat" cmpd="sng" algn="ctr">
                      <a:solidFill>
                        <a:schemeClr val="tx1">
                          <a:lumMod val="95000"/>
                          <a:lumOff val="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57378948"/>
                  </a:ext>
                </a:extLst>
              </a:tr>
            </a:tbl>
          </a:graphicData>
        </a:graphic>
      </p:graphicFrame>
      <p:sp>
        <p:nvSpPr>
          <p:cNvPr id="6" name="TextBox 5">
            <a:extLst>
              <a:ext uri="{FF2B5EF4-FFF2-40B4-BE49-F238E27FC236}">
                <a16:creationId xmlns:a16="http://schemas.microsoft.com/office/drawing/2014/main" id="{A1872F6F-4599-13B8-FC16-F1AC8C3D35EF}"/>
              </a:ext>
            </a:extLst>
          </p:cNvPr>
          <p:cNvSpPr txBox="1"/>
          <p:nvPr/>
        </p:nvSpPr>
        <p:spPr>
          <a:xfrm>
            <a:off x="185056" y="219511"/>
            <a:ext cx="6096000" cy="369332"/>
          </a:xfrm>
          <a:prstGeom prst="rect">
            <a:avLst/>
          </a:prstGeom>
          <a:solidFill>
            <a:schemeClr val="accent1">
              <a:lumMod val="75000"/>
            </a:schemeClr>
          </a:solidFill>
        </p:spPr>
        <p:txBody>
          <a:bodyPr wrap="square">
            <a:spAutoFit/>
          </a:bodyPr>
          <a:lstStyle/>
          <a:p>
            <a:r>
              <a:rPr lang="en-IN" b="1" dirty="0">
                <a:solidFill>
                  <a:schemeClr val="bg1"/>
                </a:solidFill>
                <a:latin typeface="Arial" panose="020B0604020202020204" pitchFamily="34" charset="0"/>
                <a:cs typeface="Arial" panose="020B0604020202020204" pitchFamily="34" charset="0"/>
              </a:rPr>
              <a:t>Column descriptions:</a:t>
            </a:r>
            <a:endParaRPr lang="en-IN" sz="1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9349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ECA85B-D511-E2C8-E36B-1DE7E285CD14}"/>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5" name="Straight Connector 24">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Box 1">
            <a:extLst>
              <a:ext uri="{FF2B5EF4-FFF2-40B4-BE49-F238E27FC236}">
                <a16:creationId xmlns:a16="http://schemas.microsoft.com/office/drawing/2014/main" id="{F98A918C-43F4-303D-67EF-FF23C56B42A5}"/>
              </a:ext>
            </a:extLst>
          </p:cNvPr>
          <p:cNvSpPr txBox="1"/>
          <p:nvPr/>
        </p:nvSpPr>
        <p:spPr>
          <a:xfrm>
            <a:off x="492370" y="516835"/>
            <a:ext cx="3084844" cy="577284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spc="-50" dirty="0">
                <a:solidFill>
                  <a:schemeClr val="bg1"/>
                </a:solidFill>
                <a:latin typeface="+mj-lt"/>
                <a:ea typeface="+mj-ea"/>
                <a:cs typeface="+mj-cs"/>
              </a:rPr>
              <a:t>Data Collection and Exploration</a:t>
            </a:r>
          </a:p>
        </p:txBody>
      </p:sp>
      <p:graphicFrame>
        <p:nvGraphicFramePr>
          <p:cNvPr id="5" name="TextBox 2">
            <a:extLst>
              <a:ext uri="{FF2B5EF4-FFF2-40B4-BE49-F238E27FC236}">
                <a16:creationId xmlns:a16="http://schemas.microsoft.com/office/drawing/2014/main" id="{D43EB15D-2535-671C-35FE-47258A4EF410}"/>
              </a:ext>
            </a:extLst>
          </p:cNvPr>
          <p:cNvGraphicFramePr/>
          <p:nvPr>
            <p:extLst>
              <p:ext uri="{D42A27DB-BD31-4B8C-83A1-F6EECF244321}">
                <p14:modId xmlns:p14="http://schemas.microsoft.com/office/powerpoint/2010/main" val="109502353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5336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1503-40FD-35C1-5ADD-BBAA28279B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DA9B93-24E0-243C-0EA6-5BF88A8708CB}"/>
              </a:ext>
            </a:extLst>
          </p:cNvPr>
          <p:cNvSpPr txBox="1"/>
          <p:nvPr/>
        </p:nvSpPr>
        <p:spPr>
          <a:xfrm>
            <a:off x="206826" y="26610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p>
        </p:txBody>
      </p:sp>
      <p:sp>
        <p:nvSpPr>
          <p:cNvPr id="3" name="TextBox 2">
            <a:extLst>
              <a:ext uri="{FF2B5EF4-FFF2-40B4-BE49-F238E27FC236}">
                <a16:creationId xmlns:a16="http://schemas.microsoft.com/office/drawing/2014/main" id="{796AD367-F7EA-3A93-BA97-871D9BC496E6}"/>
              </a:ext>
            </a:extLst>
          </p:cNvPr>
          <p:cNvSpPr txBox="1"/>
          <p:nvPr/>
        </p:nvSpPr>
        <p:spPr>
          <a:xfrm>
            <a:off x="397327" y="1030689"/>
            <a:ext cx="11397345" cy="1128514"/>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Pie chart</a:t>
            </a:r>
          </a:p>
          <a:p>
            <a:pPr>
              <a:spcBef>
                <a:spcPts val="800"/>
              </a:spcBef>
            </a:pPr>
            <a:endParaRPr lang="en-IN" b="1" dirty="0">
              <a:latin typeface="Aptos" panose="020B0004020202020204" pitchFamily="34" charset="0"/>
              <a:cs typeface="Times New Roman" panose="02020603050405020304" pitchFamily="18" charset="0"/>
            </a:endParaRPr>
          </a:p>
          <a:p>
            <a:pPr>
              <a:spcBef>
                <a:spcPts val="800"/>
              </a:spcBef>
            </a:pPr>
            <a:endParaRPr lang="en-US"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4A7E2D4-96D7-48C9-5714-A304D06F0216}"/>
              </a:ext>
            </a:extLst>
          </p:cNvPr>
          <p:cNvPicPr>
            <a:picLocks noChangeAspect="1"/>
          </p:cNvPicPr>
          <p:nvPr/>
        </p:nvPicPr>
        <p:blipFill>
          <a:blip r:embed="rId2"/>
          <a:srcRect l="27575" t="8988"/>
          <a:stretch/>
        </p:blipFill>
        <p:spPr>
          <a:xfrm>
            <a:off x="560439" y="2654710"/>
            <a:ext cx="3991896" cy="3384504"/>
          </a:xfrm>
          <a:prstGeom prst="rect">
            <a:avLst/>
          </a:prstGeom>
        </p:spPr>
      </p:pic>
      <p:pic>
        <p:nvPicPr>
          <p:cNvPr id="7" name="Picture 6">
            <a:extLst>
              <a:ext uri="{FF2B5EF4-FFF2-40B4-BE49-F238E27FC236}">
                <a16:creationId xmlns:a16="http://schemas.microsoft.com/office/drawing/2014/main" id="{F380C6E5-715D-DDEB-95DB-CB953345B6E0}"/>
              </a:ext>
            </a:extLst>
          </p:cNvPr>
          <p:cNvPicPr>
            <a:picLocks noChangeAspect="1"/>
          </p:cNvPicPr>
          <p:nvPr/>
        </p:nvPicPr>
        <p:blipFill>
          <a:blip r:embed="rId3"/>
          <a:srcRect l="61839" t="18105" b="15477"/>
          <a:stretch/>
        </p:blipFill>
        <p:spPr>
          <a:xfrm>
            <a:off x="3560701" y="1475861"/>
            <a:ext cx="1236018" cy="1366684"/>
          </a:xfrm>
          <a:prstGeom prst="rect">
            <a:avLst/>
          </a:prstGeom>
        </p:spPr>
      </p:pic>
      <p:pic>
        <p:nvPicPr>
          <p:cNvPr id="9" name="Picture 8">
            <a:extLst>
              <a:ext uri="{FF2B5EF4-FFF2-40B4-BE49-F238E27FC236}">
                <a16:creationId xmlns:a16="http://schemas.microsoft.com/office/drawing/2014/main" id="{3F8BEB08-617A-D181-565D-DAFBFF411C41}"/>
              </a:ext>
            </a:extLst>
          </p:cNvPr>
          <p:cNvPicPr>
            <a:picLocks noChangeAspect="1"/>
          </p:cNvPicPr>
          <p:nvPr/>
        </p:nvPicPr>
        <p:blipFill>
          <a:blip r:embed="rId4"/>
          <a:stretch>
            <a:fillRect/>
          </a:stretch>
        </p:blipFill>
        <p:spPr>
          <a:xfrm>
            <a:off x="7552597" y="1788287"/>
            <a:ext cx="3200847" cy="3753374"/>
          </a:xfrm>
          <a:prstGeom prst="rect">
            <a:avLst/>
          </a:prstGeom>
        </p:spPr>
      </p:pic>
      <p:pic>
        <p:nvPicPr>
          <p:cNvPr id="10" name="Picture 9">
            <a:extLst>
              <a:ext uri="{FF2B5EF4-FFF2-40B4-BE49-F238E27FC236}">
                <a16:creationId xmlns:a16="http://schemas.microsoft.com/office/drawing/2014/main" id="{D94E7998-4E4D-FE36-5643-2D2137BEA1F6}"/>
              </a:ext>
            </a:extLst>
          </p:cNvPr>
          <p:cNvPicPr>
            <a:picLocks noChangeAspect="1"/>
          </p:cNvPicPr>
          <p:nvPr/>
        </p:nvPicPr>
        <p:blipFill>
          <a:blip r:embed="rId5"/>
          <a:stretch>
            <a:fillRect/>
          </a:stretch>
        </p:blipFill>
        <p:spPr>
          <a:xfrm>
            <a:off x="4246594" y="3189194"/>
            <a:ext cx="1100249" cy="2850020"/>
          </a:xfrm>
          <a:prstGeom prst="rect">
            <a:avLst/>
          </a:prstGeom>
        </p:spPr>
      </p:pic>
      <p:pic>
        <p:nvPicPr>
          <p:cNvPr id="12" name="Picture 11">
            <a:extLst>
              <a:ext uri="{FF2B5EF4-FFF2-40B4-BE49-F238E27FC236}">
                <a16:creationId xmlns:a16="http://schemas.microsoft.com/office/drawing/2014/main" id="{9FA36CFA-E743-3945-107C-CDB2CEFCFE08}"/>
              </a:ext>
            </a:extLst>
          </p:cNvPr>
          <p:cNvPicPr>
            <a:picLocks noChangeAspect="1"/>
          </p:cNvPicPr>
          <p:nvPr/>
        </p:nvPicPr>
        <p:blipFill>
          <a:blip r:embed="rId6"/>
          <a:stretch>
            <a:fillRect/>
          </a:stretch>
        </p:blipFill>
        <p:spPr>
          <a:xfrm>
            <a:off x="5349470" y="3189194"/>
            <a:ext cx="1100249" cy="2850020"/>
          </a:xfrm>
          <a:prstGeom prst="rect">
            <a:avLst/>
          </a:prstGeom>
        </p:spPr>
      </p:pic>
    </p:spTree>
    <p:extLst>
      <p:ext uri="{BB962C8B-B14F-4D97-AF65-F5344CB8AC3E}">
        <p14:creationId xmlns:p14="http://schemas.microsoft.com/office/powerpoint/2010/main" val="66385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82AE-9232-5E50-8771-AAFC9722B5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7D6EF9-CA5C-7F42-C0CC-E2841B573139}"/>
              </a:ext>
            </a:extLst>
          </p:cNvPr>
          <p:cNvSpPr txBox="1"/>
          <p:nvPr/>
        </p:nvSpPr>
        <p:spPr>
          <a:xfrm>
            <a:off x="79007" y="12726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p>
        </p:txBody>
      </p:sp>
      <p:sp>
        <p:nvSpPr>
          <p:cNvPr id="3" name="TextBox 2">
            <a:extLst>
              <a:ext uri="{FF2B5EF4-FFF2-40B4-BE49-F238E27FC236}">
                <a16:creationId xmlns:a16="http://schemas.microsoft.com/office/drawing/2014/main" id="{9EFBC72A-01C3-DB82-A65D-8DDAC877D67C}"/>
              </a:ext>
            </a:extLst>
          </p:cNvPr>
          <p:cNvSpPr txBox="1"/>
          <p:nvPr/>
        </p:nvSpPr>
        <p:spPr>
          <a:xfrm>
            <a:off x="79007" y="710825"/>
            <a:ext cx="1628118"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Histogram</a:t>
            </a:r>
          </a:p>
        </p:txBody>
      </p:sp>
      <p:pic>
        <p:nvPicPr>
          <p:cNvPr id="27" name="Picture 26" descr="A graph of a graph&#10;&#10;Description automatically generated">
            <a:extLst>
              <a:ext uri="{FF2B5EF4-FFF2-40B4-BE49-F238E27FC236}">
                <a16:creationId xmlns:a16="http://schemas.microsoft.com/office/drawing/2014/main" id="{212E06F6-BDFF-17F5-763C-B39538190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2614" y="1027368"/>
            <a:ext cx="2847741" cy="2256946"/>
          </a:xfrm>
          <a:prstGeom prst="rect">
            <a:avLst/>
          </a:prstGeom>
        </p:spPr>
      </p:pic>
      <p:pic>
        <p:nvPicPr>
          <p:cNvPr id="29" name="Picture 28" descr="A graph of a bar graph&#10;&#10;Description automatically generated">
            <a:extLst>
              <a:ext uri="{FF2B5EF4-FFF2-40B4-BE49-F238E27FC236}">
                <a16:creationId xmlns:a16="http://schemas.microsoft.com/office/drawing/2014/main" id="{67C2F78A-5286-D170-0D83-2E0F5BE9F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1485" y="3584416"/>
            <a:ext cx="3030001" cy="2631695"/>
          </a:xfrm>
          <a:prstGeom prst="rect">
            <a:avLst/>
          </a:prstGeom>
        </p:spPr>
      </p:pic>
      <p:pic>
        <p:nvPicPr>
          <p:cNvPr id="31" name="Picture 30" descr="A graph of a graph&#10;&#10;Description automatically generated">
            <a:extLst>
              <a:ext uri="{FF2B5EF4-FFF2-40B4-BE49-F238E27FC236}">
                <a16:creationId xmlns:a16="http://schemas.microsoft.com/office/drawing/2014/main" id="{D6353A11-A709-E2DD-FE44-967001739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920" y="3727570"/>
            <a:ext cx="2724380" cy="2345385"/>
          </a:xfrm>
          <a:prstGeom prst="rect">
            <a:avLst/>
          </a:prstGeom>
        </p:spPr>
      </p:pic>
      <p:pic>
        <p:nvPicPr>
          <p:cNvPr id="33" name="Picture 32" descr="A graph of a number of bars&#10;&#10;Description automatically generated">
            <a:extLst>
              <a:ext uri="{FF2B5EF4-FFF2-40B4-BE49-F238E27FC236}">
                <a16:creationId xmlns:a16="http://schemas.microsoft.com/office/drawing/2014/main" id="{F76605C5-0C9B-65E0-0C29-57C7521723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1487" y="3727569"/>
            <a:ext cx="2703354" cy="2345385"/>
          </a:xfrm>
          <a:prstGeom prst="rect">
            <a:avLst/>
          </a:prstGeom>
        </p:spPr>
      </p:pic>
      <p:pic>
        <p:nvPicPr>
          <p:cNvPr id="35" name="Picture 34" descr="A graph of a number of blue bars&#10;&#10;Description automatically generated">
            <a:extLst>
              <a:ext uri="{FF2B5EF4-FFF2-40B4-BE49-F238E27FC236}">
                <a16:creationId xmlns:a16="http://schemas.microsoft.com/office/drawing/2014/main" id="{E647A3FF-AD46-9D73-D540-9F3432D26D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885050"/>
            <a:ext cx="2721376" cy="2345386"/>
          </a:xfrm>
          <a:prstGeom prst="rect">
            <a:avLst/>
          </a:prstGeom>
        </p:spPr>
      </p:pic>
      <p:pic>
        <p:nvPicPr>
          <p:cNvPr id="37" name="Picture 36" descr="A graph of a graph&#10;&#10;Description automatically generated">
            <a:extLst>
              <a:ext uri="{FF2B5EF4-FFF2-40B4-BE49-F238E27FC236}">
                <a16:creationId xmlns:a16="http://schemas.microsoft.com/office/drawing/2014/main" id="{5811BD70-28A8-B7C5-A147-DCC5F05921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03300" y="1027368"/>
            <a:ext cx="2679325" cy="2103061"/>
          </a:xfrm>
          <a:prstGeom prst="rect">
            <a:avLst/>
          </a:prstGeom>
        </p:spPr>
      </p:pic>
      <p:pic>
        <p:nvPicPr>
          <p:cNvPr id="39" name="Picture 38" descr="A graph of a graph&#10;&#10;Description automatically generated">
            <a:extLst>
              <a:ext uri="{FF2B5EF4-FFF2-40B4-BE49-F238E27FC236}">
                <a16:creationId xmlns:a16="http://schemas.microsoft.com/office/drawing/2014/main" id="{EF104EF6-E111-9B58-7D41-9CE63FEDAC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484" y="3429000"/>
            <a:ext cx="3030001" cy="2814483"/>
          </a:xfrm>
          <a:prstGeom prst="rect">
            <a:avLst/>
          </a:prstGeom>
        </p:spPr>
      </p:pic>
      <p:pic>
        <p:nvPicPr>
          <p:cNvPr id="41" name="Picture 40" descr="A graph of a graph">
            <a:extLst>
              <a:ext uri="{FF2B5EF4-FFF2-40B4-BE49-F238E27FC236}">
                <a16:creationId xmlns:a16="http://schemas.microsoft.com/office/drawing/2014/main" id="{E41C9C76-2A7B-15B8-F8F0-77F3A9214D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007" y="1080157"/>
            <a:ext cx="3144094" cy="2256946"/>
          </a:xfrm>
          <a:prstGeom prst="rect">
            <a:avLst/>
          </a:prstGeom>
        </p:spPr>
      </p:pic>
    </p:spTree>
    <p:extLst>
      <p:ext uri="{BB962C8B-B14F-4D97-AF65-F5344CB8AC3E}">
        <p14:creationId xmlns:p14="http://schemas.microsoft.com/office/powerpoint/2010/main" val="68502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89748-B671-DB48-63AF-7B534AEDE8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0DCFC6-6DED-0E99-F823-D0C6EA4858AB}"/>
              </a:ext>
            </a:extLst>
          </p:cNvPr>
          <p:cNvSpPr txBox="1"/>
          <p:nvPr/>
        </p:nvSpPr>
        <p:spPr>
          <a:xfrm>
            <a:off x="206826" y="26610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p>
        </p:txBody>
      </p:sp>
      <p:sp>
        <p:nvSpPr>
          <p:cNvPr id="3" name="TextBox 2">
            <a:extLst>
              <a:ext uri="{FF2B5EF4-FFF2-40B4-BE49-F238E27FC236}">
                <a16:creationId xmlns:a16="http://schemas.microsoft.com/office/drawing/2014/main" id="{72097E79-C44B-5013-6E97-138F72F58B4B}"/>
              </a:ext>
            </a:extLst>
          </p:cNvPr>
          <p:cNvSpPr txBox="1"/>
          <p:nvPr/>
        </p:nvSpPr>
        <p:spPr>
          <a:xfrm>
            <a:off x="397327" y="1030689"/>
            <a:ext cx="11397345"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Frequency table</a:t>
            </a:r>
          </a:p>
        </p:txBody>
      </p:sp>
      <p:pic>
        <p:nvPicPr>
          <p:cNvPr id="5" name="Picture 4">
            <a:extLst>
              <a:ext uri="{FF2B5EF4-FFF2-40B4-BE49-F238E27FC236}">
                <a16:creationId xmlns:a16="http://schemas.microsoft.com/office/drawing/2014/main" id="{ABB19525-A728-3F36-0655-9FE3D3CBC8BF}"/>
              </a:ext>
            </a:extLst>
          </p:cNvPr>
          <p:cNvPicPr>
            <a:picLocks noChangeAspect="1"/>
          </p:cNvPicPr>
          <p:nvPr/>
        </p:nvPicPr>
        <p:blipFill>
          <a:blip r:embed="rId2"/>
          <a:srcRect l="-5660" t="6621" r="5660" b="695"/>
          <a:stretch/>
        </p:blipFill>
        <p:spPr>
          <a:xfrm>
            <a:off x="1749622" y="1592826"/>
            <a:ext cx="3648287" cy="4733402"/>
          </a:xfrm>
          <a:prstGeom prst="rect">
            <a:avLst/>
          </a:prstGeom>
        </p:spPr>
      </p:pic>
      <p:sp>
        <p:nvSpPr>
          <p:cNvPr id="7" name="TextBox 6">
            <a:extLst>
              <a:ext uri="{FF2B5EF4-FFF2-40B4-BE49-F238E27FC236}">
                <a16:creationId xmlns:a16="http://schemas.microsoft.com/office/drawing/2014/main" id="{AA6852E7-483E-18A4-C868-EFFEBFDB99D4}"/>
              </a:ext>
            </a:extLst>
          </p:cNvPr>
          <p:cNvSpPr txBox="1"/>
          <p:nvPr/>
        </p:nvSpPr>
        <p:spPr>
          <a:xfrm>
            <a:off x="5968181" y="1030689"/>
            <a:ext cx="6096000" cy="369332"/>
          </a:xfrm>
          <a:prstGeom prst="rect">
            <a:avLst/>
          </a:prstGeom>
          <a:noFill/>
        </p:spPr>
        <p:txBody>
          <a:bodyPr wrap="square">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Covariance</a:t>
            </a:r>
          </a:p>
        </p:txBody>
      </p:sp>
      <p:pic>
        <p:nvPicPr>
          <p:cNvPr id="8" name="Picture 7">
            <a:extLst>
              <a:ext uri="{FF2B5EF4-FFF2-40B4-BE49-F238E27FC236}">
                <a16:creationId xmlns:a16="http://schemas.microsoft.com/office/drawing/2014/main" id="{10B0E024-3075-5F44-7E88-85AFCFAA7EAF}"/>
              </a:ext>
            </a:extLst>
          </p:cNvPr>
          <p:cNvPicPr>
            <a:picLocks noChangeAspect="1"/>
          </p:cNvPicPr>
          <p:nvPr/>
        </p:nvPicPr>
        <p:blipFill>
          <a:blip r:embed="rId3"/>
          <a:stretch>
            <a:fillRect/>
          </a:stretch>
        </p:blipFill>
        <p:spPr>
          <a:xfrm>
            <a:off x="6715432" y="1702939"/>
            <a:ext cx="4601497" cy="3195483"/>
          </a:xfrm>
          <a:prstGeom prst="rect">
            <a:avLst/>
          </a:prstGeom>
        </p:spPr>
      </p:pic>
    </p:spTree>
    <p:extLst>
      <p:ext uri="{BB962C8B-B14F-4D97-AF65-F5344CB8AC3E}">
        <p14:creationId xmlns:p14="http://schemas.microsoft.com/office/powerpoint/2010/main" val="1998848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772D-9876-A1F1-C065-E624CB05B9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AD6F24-9016-9BA7-E13F-EA9A9AE9DA19}"/>
              </a:ext>
            </a:extLst>
          </p:cNvPr>
          <p:cNvSpPr txBox="1"/>
          <p:nvPr/>
        </p:nvSpPr>
        <p:spPr>
          <a:xfrm>
            <a:off x="206826" y="26610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p>
        </p:txBody>
      </p:sp>
      <p:sp>
        <p:nvSpPr>
          <p:cNvPr id="3" name="TextBox 2">
            <a:extLst>
              <a:ext uri="{FF2B5EF4-FFF2-40B4-BE49-F238E27FC236}">
                <a16:creationId xmlns:a16="http://schemas.microsoft.com/office/drawing/2014/main" id="{C1375C39-F4B9-33DB-6A8E-4F529B639660}"/>
              </a:ext>
            </a:extLst>
          </p:cNvPr>
          <p:cNvSpPr txBox="1"/>
          <p:nvPr/>
        </p:nvSpPr>
        <p:spPr>
          <a:xfrm>
            <a:off x="397327" y="1030690"/>
            <a:ext cx="11397345"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err="1">
                <a:latin typeface="Aptos" panose="020B0004020202020204" pitchFamily="34" charset="0"/>
                <a:cs typeface="Times New Roman" panose="02020603050405020304" pitchFamily="18" charset="0"/>
              </a:rPr>
              <a:t>Treemap</a:t>
            </a:r>
            <a:endParaRPr lang="en-IN" dirty="0">
              <a:latin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5468C650-E760-F9C8-DC32-630A3724C9EE}"/>
              </a:ext>
            </a:extLst>
          </p:cNvPr>
          <p:cNvPicPr>
            <a:picLocks noChangeAspect="1"/>
          </p:cNvPicPr>
          <p:nvPr/>
        </p:nvPicPr>
        <p:blipFill>
          <a:blip r:embed="rId2"/>
          <a:stretch>
            <a:fillRect/>
          </a:stretch>
        </p:blipFill>
        <p:spPr>
          <a:xfrm>
            <a:off x="632074" y="1507253"/>
            <a:ext cx="9627293" cy="4652387"/>
          </a:xfrm>
          <a:prstGeom prst="rect">
            <a:avLst/>
          </a:prstGeom>
        </p:spPr>
      </p:pic>
    </p:spTree>
    <p:extLst>
      <p:ext uri="{BB962C8B-B14F-4D97-AF65-F5344CB8AC3E}">
        <p14:creationId xmlns:p14="http://schemas.microsoft.com/office/powerpoint/2010/main" val="889095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F1C6-7641-6FB2-4FF9-DFD08DDD54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A30601-10FC-22DD-6212-840006BE0262}"/>
              </a:ext>
            </a:extLst>
          </p:cNvPr>
          <p:cNvSpPr txBox="1"/>
          <p:nvPr/>
        </p:nvSpPr>
        <p:spPr>
          <a:xfrm>
            <a:off x="206826" y="26610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p>
        </p:txBody>
      </p:sp>
      <p:sp>
        <p:nvSpPr>
          <p:cNvPr id="3" name="TextBox 2">
            <a:extLst>
              <a:ext uri="{FF2B5EF4-FFF2-40B4-BE49-F238E27FC236}">
                <a16:creationId xmlns:a16="http://schemas.microsoft.com/office/drawing/2014/main" id="{591B0E30-32A0-46DC-568E-F459C71B0092}"/>
              </a:ext>
            </a:extLst>
          </p:cNvPr>
          <p:cNvSpPr txBox="1"/>
          <p:nvPr/>
        </p:nvSpPr>
        <p:spPr>
          <a:xfrm>
            <a:off x="279341" y="1001194"/>
            <a:ext cx="11397345"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Text table </a:t>
            </a:r>
          </a:p>
        </p:txBody>
      </p:sp>
      <p:pic>
        <p:nvPicPr>
          <p:cNvPr id="5" name="Picture 4">
            <a:extLst>
              <a:ext uri="{FF2B5EF4-FFF2-40B4-BE49-F238E27FC236}">
                <a16:creationId xmlns:a16="http://schemas.microsoft.com/office/drawing/2014/main" id="{96B5ECBC-E722-B1BF-69E3-1A106D071C97}"/>
              </a:ext>
            </a:extLst>
          </p:cNvPr>
          <p:cNvPicPr>
            <a:picLocks noChangeAspect="1"/>
          </p:cNvPicPr>
          <p:nvPr/>
        </p:nvPicPr>
        <p:blipFill>
          <a:blip r:embed="rId2"/>
          <a:stretch>
            <a:fillRect/>
          </a:stretch>
        </p:blipFill>
        <p:spPr>
          <a:xfrm>
            <a:off x="371789" y="1370527"/>
            <a:ext cx="10912510" cy="4809210"/>
          </a:xfrm>
          <a:prstGeom prst="rect">
            <a:avLst/>
          </a:prstGeom>
        </p:spPr>
      </p:pic>
    </p:spTree>
    <p:extLst>
      <p:ext uri="{BB962C8B-B14F-4D97-AF65-F5344CB8AC3E}">
        <p14:creationId xmlns:p14="http://schemas.microsoft.com/office/powerpoint/2010/main" val="3969154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E788D-9DE9-6F1A-D374-B1A47CE521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E257CC-A176-F99D-0F7C-10142DE92C9B}"/>
              </a:ext>
            </a:extLst>
          </p:cNvPr>
          <p:cNvSpPr txBox="1"/>
          <p:nvPr/>
        </p:nvSpPr>
        <p:spPr>
          <a:xfrm>
            <a:off x="206826" y="266106"/>
            <a:ext cx="5486051" cy="461665"/>
          </a:xfrm>
          <a:prstGeom prst="rect">
            <a:avLst/>
          </a:prstGeom>
          <a:solidFill>
            <a:schemeClr val="accent1">
              <a:lumMod val="75000"/>
            </a:schemeClr>
          </a:solidFill>
        </p:spPr>
        <p:txBody>
          <a:bodyPr wrap="square" rtlCol="0">
            <a:spAutoFit/>
          </a:bodyPr>
          <a:lstStyle/>
          <a:p>
            <a:pPr>
              <a:spcBef>
                <a:spcPts val="800"/>
              </a:spcBef>
            </a:pPr>
            <a:r>
              <a:rPr lang="en-IN" sz="2400" b="1">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Exploratory Data Analysis (EDA) :</a:t>
            </a:r>
            <a:endParaRPr lang="en-IN" sz="24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0D42AA7-0D4E-A2F4-FC24-1EF49FD9D790}"/>
              </a:ext>
            </a:extLst>
          </p:cNvPr>
          <p:cNvSpPr txBox="1"/>
          <p:nvPr/>
        </p:nvSpPr>
        <p:spPr>
          <a:xfrm>
            <a:off x="240011" y="727771"/>
            <a:ext cx="11397345"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Map view</a:t>
            </a:r>
          </a:p>
        </p:txBody>
      </p:sp>
      <p:pic>
        <p:nvPicPr>
          <p:cNvPr id="7" name="Picture 6">
            <a:extLst>
              <a:ext uri="{FF2B5EF4-FFF2-40B4-BE49-F238E27FC236}">
                <a16:creationId xmlns:a16="http://schemas.microsoft.com/office/drawing/2014/main" id="{FC61ACF3-9EDB-6764-E68B-F9A89B1D80D7}"/>
              </a:ext>
            </a:extLst>
          </p:cNvPr>
          <p:cNvPicPr>
            <a:picLocks noChangeAspect="1"/>
          </p:cNvPicPr>
          <p:nvPr/>
        </p:nvPicPr>
        <p:blipFill>
          <a:blip r:embed="rId2"/>
          <a:stretch>
            <a:fillRect/>
          </a:stretch>
        </p:blipFill>
        <p:spPr>
          <a:xfrm>
            <a:off x="373626" y="1097102"/>
            <a:ext cx="11582400" cy="5494791"/>
          </a:xfrm>
          <a:prstGeom prst="rect">
            <a:avLst/>
          </a:prstGeom>
        </p:spPr>
      </p:pic>
    </p:spTree>
    <p:extLst>
      <p:ext uri="{BB962C8B-B14F-4D97-AF65-F5344CB8AC3E}">
        <p14:creationId xmlns:p14="http://schemas.microsoft.com/office/powerpoint/2010/main" val="3792107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FBFE4-39A4-9F65-E5B3-559CEEB049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D98DA9-2670-235F-7888-B2227D847F71}"/>
              </a:ext>
            </a:extLst>
          </p:cNvPr>
          <p:cNvSpPr txBox="1"/>
          <p:nvPr/>
        </p:nvSpPr>
        <p:spPr>
          <a:xfrm>
            <a:off x="206826" y="266106"/>
            <a:ext cx="3968934"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Data Preprocessing</a:t>
            </a:r>
          </a:p>
        </p:txBody>
      </p:sp>
      <p:graphicFrame>
        <p:nvGraphicFramePr>
          <p:cNvPr id="5" name="TextBox 2">
            <a:extLst>
              <a:ext uri="{FF2B5EF4-FFF2-40B4-BE49-F238E27FC236}">
                <a16:creationId xmlns:a16="http://schemas.microsoft.com/office/drawing/2014/main" id="{9011CC3E-A9D8-7957-16D2-E8BB09E04605}"/>
              </a:ext>
            </a:extLst>
          </p:cNvPr>
          <p:cNvGraphicFramePr/>
          <p:nvPr/>
        </p:nvGraphicFramePr>
        <p:xfrm>
          <a:off x="222066" y="1040521"/>
          <a:ext cx="11397345" cy="3262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6705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F26404-9E56-C19E-0690-BD472DC8C2AC}"/>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2" name="Straight Connector 21">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FA9C2A-347B-C643-4ACB-6DC3B44B3ACC}"/>
              </a:ext>
            </a:extLst>
          </p:cNvPr>
          <p:cNvSpPr txBox="1"/>
          <p:nvPr/>
        </p:nvSpPr>
        <p:spPr>
          <a:xfrm>
            <a:off x="1097280" y="286603"/>
            <a:ext cx="10058400" cy="14507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spc="-50" dirty="0">
                <a:solidFill>
                  <a:schemeClr val="tx1">
                    <a:lumMod val="75000"/>
                    <a:lumOff val="25000"/>
                  </a:schemeClr>
                </a:solidFill>
                <a:latin typeface="+mj-lt"/>
                <a:ea typeface="+mj-ea"/>
                <a:cs typeface="+mj-cs"/>
              </a:rPr>
              <a:t>Handling missing values :</a:t>
            </a:r>
          </a:p>
        </p:txBody>
      </p:sp>
      <p:cxnSp>
        <p:nvCxnSpPr>
          <p:cNvPr id="26" name="Straight Connector 25">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6" name="TextBox 2">
            <a:extLst>
              <a:ext uri="{FF2B5EF4-FFF2-40B4-BE49-F238E27FC236}">
                <a16:creationId xmlns:a16="http://schemas.microsoft.com/office/drawing/2014/main" id="{4F628B14-E4F9-071D-2BE5-3CCD1B4B408F}"/>
              </a:ext>
            </a:extLst>
          </p:cNvPr>
          <p:cNvGraphicFramePr/>
          <p:nvPr>
            <p:extLst>
              <p:ext uri="{D42A27DB-BD31-4B8C-83A1-F6EECF244321}">
                <p14:modId xmlns:p14="http://schemas.microsoft.com/office/powerpoint/2010/main" val="35283859"/>
              </p:ext>
            </p:extLst>
          </p:nvPr>
        </p:nvGraphicFramePr>
        <p:xfrm>
          <a:off x="685800" y="2108201"/>
          <a:ext cx="1046988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2772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7D0432-7D51-04BA-FE22-0A18F9AC319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F8267A6-17FF-CB95-2C72-DF3488CD12A0}"/>
              </a:ext>
            </a:extLst>
          </p:cNvPr>
          <p:cNvSpPr txBox="1"/>
          <p:nvPr/>
        </p:nvSpPr>
        <p:spPr>
          <a:xfrm>
            <a:off x="642257" y="634946"/>
            <a:ext cx="3690257" cy="14507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spc="-50" dirty="0">
                <a:solidFill>
                  <a:schemeClr val="tx1">
                    <a:lumMod val="75000"/>
                    <a:lumOff val="25000"/>
                  </a:schemeClr>
                </a:solidFill>
                <a:latin typeface="+mj-lt"/>
                <a:ea typeface="+mj-ea"/>
                <a:cs typeface="+mj-cs"/>
              </a:rPr>
              <a:t>Data transformation :</a:t>
            </a:r>
          </a:p>
        </p:txBody>
      </p:sp>
      <p:cxnSp>
        <p:nvCxnSpPr>
          <p:cNvPr id="16" name="Straight Connector 15">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0797" y="2250460"/>
            <a:ext cx="34747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A7713D-6C2E-46AD-9A81-4986273D867B}"/>
              </a:ext>
            </a:extLst>
          </p:cNvPr>
          <p:cNvSpPr txBox="1"/>
          <p:nvPr/>
        </p:nvSpPr>
        <p:spPr>
          <a:xfrm>
            <a:off x="642257" y="2407436"/>
            <a:ext cx="3690257" cy="3461658"/>
          </a:xfrm>
          <a:prstGeom prst="rect">
            <a:avLst/>
          </a:prstGeom>
        </p:spPr>
        <p:txBody>
          <a:bodyPr vert="horz" lIns="0" tIns="45720" rIns="0" bIns="45720" rtlCol="0">
            <a:normAutofit/>
          </a:bodyPr>
          <a:lstStyle/>
          <a:p>
            <a:pPr>
              <a:spcBef>
                <a:spcPts val="800"/>
              </a:spcBef>
              <a:buFont typeface="Calibri" panose="020F0502020204030204" pitchFamily="34" charset="0"/>
            </a:pPr>
            <a:r>
              <a:rPr lang="en-US" b="1" dirty="0">
                <a:solidFill>
                  <a:schemeClr val="tx1">
                    <a:lumMod val="75000"/>
                    <a:lumOff val="25000"/>
                  </a:schemeClr>
                </a:solidFill>
              </a:rPr>
              <a:t>Calculate z score for numeric data type attributes:</a:t>
            </a:r>
          </a:p>
          <a:p>
            <a:pPr marL="285750" indent="-285750">
              <a:spcBef>
                <a:spcPts val="800"/>
              </a:spcBef>
              <a:buFont typeface="Calibri" panose="020F0502020204030204" pitchFamily="34" charset="0"/>
              <a:buChar char="•"/>
            </a:pPr>
            <a:r>
              <a:rPr lang="en-US" dirty="0">
                <a:solidFill>
                  <a:schemeClr val="tx1">
                    <a:lumMod val="75000"/>
                    <a:lumOff val="25000"/>
                  </a:schemeClr>
                </a:solidFill>
              </a:rPr>
              <a:t>Magnitude</a:t>
            </a:r>
          </a:p>
          <a:p>
            <a:pPr marL="285750" indent="-285750">
              <a:spcBef>
                <a:spcPts val="800"/>
              </a:spcBef>
              <a:buFont typeface="Calibri" panose="020F0502020204030204" pitchFamily="34" charset="0"/>
              <a:buChar char="•"/>
            </a:pPr>
            <a:r>
              <a:rPr lang="en-US" dirty="0" err="1">
                <a:solidFill>
                  <a:schemeClr val="tx1">
                    <a:lumMod val="75000"/>
                    <a:lumOff val="25000"/>
                  </a:schemeClr>
                </a:solidFill>
              </a:rPr>
              <a:t>Cdi</a:t>
            </a:r>
            <a:endParaRPr lang="en-US" dirty="0">
              <a:solidFill>
                <a:schemeClr val="tx1">
                  <a:lumMod val="75000"/>
                  <a:lumOff val="25000"/>
                </a:schemeClr>
              </a:solidFill>
            </a:endParaRPr>
          </a:p>
          <a:p>
            <a:pPr marL="285750" indent="-285750">
              <a:spcBef>
                <a:spcPts val="800"/>
              </a:spcBef>
              <a:buFont typeface="Calibri" panose="020F0502020204030204" pitchFamily="34" charset="0"/>
              <a:buChar char="•"/>
            </a:pPr>
            <a:r>
              <a:rPr lang="en-US" dirty="0" err="1">
                <a:solidFill>
                  <a:schemeClr val="tx1">
                    <a:lumMod val="75000"/>
                    <a:lumOff val="25000"/>
                  </a:schemeClr>
                </a:solidFill>
              </a:rPr>
              <a:t>Mmi</a:t>
            </a:r>
            <a:endParaRPr lang="en-US" dirty="0">
              <a:solidFill>
                <a:schemeClr val="tx1">
                  <a:lumMod val="75000"/>
                  <a:lumOff val="25000"/>
                </a:schemeClr>
              </a:solidFill>
            </a:endParaRPr>
          </a:p>
          <a:p>
            <a:pPr marL="285750" indent="-285750">
              <a:spcBef>
                <a:spcPts val="800"/>
              </a:spcBef>
              <a:buFont typeface="Calibri" panose="020F0502020204030204" pitchFamily="34" charset="0"/>
              <a:buChar char="•"/>
            </a:pPr>
            <a:r>
              <a:rPr lang="en-US" dirty="0">
                <a:solidFill>
                  <a:schemeClr val="tx1">
                    <a:lumMod val="75000"/>
                    <a:lumOff val="25000"/>
                  </a:schemeClr>
                </a:solidFill>
              </a:rPr>
              <a:t>Sig</a:t>
            </a:r>
          </a:p>
          <a:p>
            <a:pPr marL="285750" indent="-285750">
              <a:spcBef>
                <a:spcPts val="800"/>
              </a:spcBef>
              <a:buFont typeface="Calibri" panose="020F0502020204030204" pitchFamily="34" charset="0"/>
              <a:buChar char="•"/>
            </a:pPr>
            <a:r>
              <a:rPr lang="en-US" dirty="0" err="1">
                <a:solidFill>
                  <a:schemeClr val="tx1">
                    <a:lumMod val="75000"/>
                    <a:lumOff val="25000"/>
                  </a:schemeClr>
                </a:solidFill>
              </a:rPr>
              <a:t>Dmin</a:t>
            </a:r>
            <a:endParaRPr lang="en-US" dirty="0">
              <a:solidFill>
                <a:schemeClr val="tx1">
                  <a:lumMod val="75000"/>
                  <a:lumOff val="25000"/>
                </a:schemeClr>
              </a:solidFill>
            </a:endParaRPr>
          </a:p>
          <a:p>
            <a:pPr marL="285750" indent="-285750">
              <a:spcBef>
                <a:spcPts val="800"/>
              </a:spcBef>
              <a:buFont typeface="Calibri" panose="020F0502020204030204" pitchFamily="34" charset="0"/>
              <a:buChar char="•"/>
            </a:pPr>
            <a:r>
              <a:rPr lang="en-US" dirty="0">
                <a:solidFill>
                  <a:schemeClr val="tx1">
                    <a:lumMod val="75000"/>
                    <a:lumOff val="25000"/>
                  </a:schemeClr>
                </a:solidFill>
              </a:rPr>
              <a:t>Gap</a:t>
            </a:r>
          </a:p>
          <a:p>
            <a:pPr marL="285750" indent="-285750">
              <a:spcBef>
                <a:spcPts val="800"/>
              </a:spcBef>
              <a:buFont typeface="Calibri" panose="020F0502020204030204" pitchFamily="34" charset="0"/>
              <a:buChar char="•"/>
            </a:pPr>
            <a:r>
              <a:rPr lang="en-US" dirty="0">
                <a:solidFill>
                  <a:schemeClr val="tx1">
                    <a:lumMod val="75000"/>
                    <a:lumOff val="25000"/>
                  </a:schemeClr>
                </a:solidFill>
              </a:rPr>
              <a:t>Depth</a:t>
            </a:r>
          </a:p>
          <a:p>
            <a:pPr>
              <a:spcBef>
                <a:spcPts val="800"/>
              </a:spcBef>
              <a:buFont typeface="Calibri" panose="020F0502020204030204" pitchFamily="34" charset="0"/>
            </a:pPr>
            <a:endParaRPr lang="en-US" b="1" dirty="0">
              <a:solidFill>
                <a:schemeClr val="tx1">
                  <a:lumMod val="75000"/>
                  <a:lumOff val="25000"/>
                </a:schemeClr>
              </a:solidFill>
            </a:endParaRPr>
          </a:p>
          <a:p>
            <a:pPr>
              <a:spcBef>
                <a:spcPts val="800"/>
              </a:spcBef>
              <a:buFont typeface="Calibri" panose="020F0502020204030204" pitchFamily="34" charset="0"/>
            </a:pPr>
            <a:endParaRPr lang="en-US" dirty="0">
              <a:solidFill>
                <a:schemeClr val="tx1">
                  <a:lumMod val="75000"/>
                  <a:lumOff val="25000"/>
                </a:schemeClr>
              </a:solidFill>
            </a:endParaRPr>
          </a:p>
        </p:txBody>
      </p:sp>
      <p:pic>
        <p:nvPicPr>
          <p:cNvPr id="5" name="Picture 4">
            <a:extLst>
              <a:ext uri="{FF2B5EF4-FFF2-40B4-BE49-F238E27FC236}">
                <a16:creationId xmlns:a16="http://schemas.microsoft.com/office/drawing/2014/main" id="{B4A8C9DE-83FF-03EE-578D-6758BE892E7E}"/>
              </a:ext>
            </a:extLst>
          </p:cNvPr>
          <p:cNvPicPr>
            <a:picLocks noChangeAspect="1"/>
          </p:cNvPicPr>
          <p:nvPr/>
        </p:nvPicPr>
        <p:blipFill>
          <a:blip r:embed="rId2"/>
          <a:srcRect l="16514" r="27252"/>
          <a:stretch/>
        </p:blipFill>
        <p:spPr>
          <a:xfrm>
            <a:off x="4648201" y="640081"/>
            <a:ext cx="6909801" cy="5314406"/>
          </a:xfrm>
          <a:prstGeom prst="rect">
            <a:avLst/>
          </a:prstGeom>
        </p:spPr>
      </p:pic>
      <p:sp>
        <p:nvSpPr>
          <p:cNvPr id="18" name="Rectangle 17">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916534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E96C-C617-C90C-65D0-16BFDB608E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D4CA72-E985-549F-0F0A-39C44B4AC52E}"/>
              </a:ext>
            </a:extLst>
          </p:cNvPr>
          <p:cNvSpPr txBox="1"/>
          <p:nvPr/>
        </p:nvSpPr>
        <p:spPr>
          <a:xfrm>
            <a:off x="82381" y="100626"/>
            <a:ext cx="5486051" cy="424732"/>
          </a:xfrm>
          <a:prstGeom prst="rect">
            <a:avLst/>
          </a:prstGeom>
          <a:solidFill>
            <a:schemeClr val="bg1">
              <a:lumMod val="85000"/>
            </a:schemeClr>
          </a:solidFill>
        </p:spPr>
        <p:txBody>
          <a:bodyPr wrap="square" rtlCol="0">
            <a:spAutoFit/>
          </a:bodyPr>
          <a:lstStyle/>
          <a:p>
            <a:pPr>
              <a:lnSpc>
                <a:spcPct val="90000"/>
              </a:lnSpc>
              <a:spcBef>
                <a:spcPct val="0"/>
              </a:spcBef>
              <a:spcAft>
                <a:spcPts val="600"/>
              </a:spcAft>
            </a:pPr>
            <a:r>
              <a:rPr lang="en-US" sz="2400" b="1" spc="-50" dirty="0">
                <a:solidFill>
                  <a:schemeClr val="tx1">
                    <a:lumMod val="75000"/>
                    <a:lumOff val="25000"/>
                  </a:schemeClr>
                </a:solidFill>
                <a:latin typeface="+mj-lt"/>
                <a:ea typeface="+mj-ea"/>
                <a:cs typeface="+mj-cs"/>
              </a:rPr>
              <a:t>Dealing with outliers :</a:t>
            </a:r>
          </a:p>
        </p:txBody>
      </p:sp>
      <p:sp>
        <p:nvSpPr>
          <p:cNvPr id="3" name="TextBox 2">
            <a:extLst>
              <a:ext uri="{FF2B5EF4-FFF2-40B4-BE49-F238E27FC236}">
                <a16:creationId xmlns:a16="http://schemas.microsoft.com/office/drawing/2014/main" id="{5C8613FA-7D94-0C6C-F10A-0DCA70B7B05A}"/>
              </a:ext>
            </a:extLst>
          </p:cNvPr>
          <p:cNvSpPr txBox="1"/>
          <p:nvPr/>
        </p:nvSpPr>
        <p:spPr>
          <a:xfrm>
            <a:off x="82381" y="639097"/>
            <a:ext cx="2139396" cy="369332"/>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lang="en-IN" dirty="0">
                <a:latin typeface="Aptos" panose="020B0004020202020204" pitchFamily="34" charset="0"/>
                <a:cs typeface="Times New Roman" panose="02020603050405020304" pitchFamily="18" charset="0"/>
              </a:rPr>
              <a:t>Box plot</a:t>
            </a:r>
          </a:p>
        </p:txBody>
      </p:sp>
      <p:pic>
        <p:nvPicPr>
          <p:cNvPr id="5" name="Picture 4">
            <a:extLst>
              <a:ext uri="{FF2B5EF4-FFF2-40B4-BE49-F238E27FC236}">
                <a16:creationId xmlns:a16="http://schemas.microsoft.com/office/drawing/2014/main" id="{57DC6311-2A42-6545-4D1F-1142F7D3B713}"/>
              </a:ext>
            </a:extLst>
          </p:cNvPr>
          <p:cNvPicPr>
            <a:picLocks noChangeAspect="1"/>
          </p:cNvPicPr>
          <p:nvPr/>
        </p:nvPicPr>
        <p:blipFill>
          <a:blip r:embed="rId2"/>
          <a:stretch>
            <a:fillRect/>
          </a:stretch>
        </p:blipFill>
        <p:spPr>
          <a:xfrm>
            <a:off x="304684" y="960047"/>
            <a:ext cx="2531769" cy="2468953"/>
          </a:xfrm>
          <a:prstGeom prst="rect">
            <a:avLst/>
          </a:prstGeom>
        </p:spPr>
      </p:pic>
      <p:pic>
        <p:nvPicPr>
          <p:cNvPr id="7" name="Picture 6">
            <a:extLst>
              <a:ext uri="{FF2B5EF4-FFF2-40B4-BE49-F238E27FC236}">
                <a16:creationId xmlns:a16="http://schemas.microsoft.com/office/drawing/2014/main" id="{CDFADB5C-516B-AA45-3D95-4EAFA365D9E2}"/>
              </a:ext>
            </a:extLst>
          </p:cNvPr>
          <p:cNvPicPr>
            <a:picLocks noChangeAspect="1"/>
          </p:cNvPicPr>
          <p:nvPr/>
        </p:nvPicPr>
        <p:blipFill>
          <a:blip r:embed="rId3"/>
          <a:stretch>
            <a:fillRect/>
          </a:stretch>
        </p:blipFill>
        <p:spPr>
          <a:xfrm>
            <a:off x="2906996" y="628260"/>
            <a:ext cx="2661436" cy="2666599"/>
          </a:xfrm>
          <a:prstGeom prst="rect">
            <a:avLst/>
          </a:prstGeom>
        </p:spPr>
      </p:pic>
      <p:pic>
        <p:nvPicPr>
          <p:cNvPr id="9" name="Picture 8">
            <a:extLst>
              <a:ext uri="{FF2B5EF4-FFF2-40B4-BE49-F238E27FC236}">
                <a16:creationId xmlns:a16="http://schemas.microsoft.com/office/drawing/2014/main" id="{8F00FB82-782D-7CE7-6E6B-4F82855D7434}"/>
              </a:ext>
            </a:extLst>
          </p:cNvPr>
          <p:cNvPicPr>
            <a:picLocks noChangeAspect="1"/>
          </p:cNvPicPr>
          <p:nvPr/>
        </p:nvPicPr>
        <p:blipFill>
          <a:blip r:embed="rId4"/>
          <a:stretch>
            <a:fillRect/>
          </a:stretch>
        </p:blipFill>
        <p:spPr>
          <a:xfrm>
            <a:off x="5965486" y="100627"/>
            <a:ext cx="2913874" cy="2976870"/>
          </a:xfrm>
          <a:prstGeom prst="rect">
            <a:avLst/>
          </a:prstGeom>
        </p:spPr>
      </p:pic>
      <p:pic>
        <p:nvPicPr>
          <p:cNvPr id="11" name="Picture 10">
            <a:extLst>
              <a:ext uri="{FF2B5EF4-FFF2-40B4-BE49-F238E27FC236}">
                <a16:creationId xmlns:a16="http://schemas.microsoft.com/office/drawing/2014/main" id="{80F6C93D-3E37-A18E-A511-788AB2804334}"/>
              </a:ext>
            </a:extLst>
          </p:cNvPr>
          <p:cNvPicPr>
            <a:picLocks noChangeAspect="1"/>
          </p:cNvPicPr>
          <p:nvPr/>
        </p:nvPicPr>
        <p:blipFill>
          <a:blip r:embed="rId5"/>
          <a:stretch>
            <a:fillRect/>
          </a:stretch>
        </p:blipFill>
        <p:spPr>
          <a:xfrm>
            <a:off x="304684" y="3556519"/>
            <a:ext cx="2635161" cy="2673221"/>
          </a:xfrm>
          <a:prstGeom prst="rect">
            <a:avLst/>
          </a:prstGeom>
        </p:spPr>
      </p:pic>
      <p:pic>
        <p:nvPicPr>
          <p:cNvPr id="13" name="Picture 12">
            <a:extLst>
              <a:ext uri="{FF2B5EF4-FFF2-40B4-BE49-F238E27FC236}">
                <a16:creationId xmlns:a16="http://schemas.microsoft.com/office/drawing/2014/main" id="{83095098-F70F-E913-F3A0-55A2E640FD2C}"/>
              </a:ext>
            </a:extLst>
          </p:cNvPr>
          <p:cNvPicPr>
            <a:picLocks noChangeAspect="1"/>
          </p:cNvPicPr>
          <p:nvPr/>
        </p:nvPicPr>
        <p:blipFill>
          <a:blip r:embed="rId6"/>
          <a:stretch>
            <a:fillRect/>
          </a:stretch>
        </p:blipFill>
        <p:spPr>
          <a:xfrm>
            <a:off x="3126658" y="3563141"/>
            <a:ext cx="2833911" cy="2483651"/>
          </a:xfrm>
          <a:prstGeom prst="rect">
            <a:avLst/>
          </a:prstGeom>
        </p:spPr>
      </p:pic>
      <p:pic>
        <p:nvPicPr>
          <p:cNvPr id="15" name="Picture 14">
            <a:extLst>
              <a:ext uri="{FF2B5EF4-FFF2-40B4-BE49-F238E27FC236}">
                <a16:creationId xmlns:a16="http://schemas.microsoft.com/office/drawing/2014/main" id="{12D78CDD-E6BC-0E42-9E5E-29F5B2C99128}"/>
              </a:ext>
            </a:extLst>
          </p:cNvPr>
          <p:cNvPicPr>
            <a:picLocks noChangeAspect="1"/>
          </p:cNvPicPr>
          <p:nvPr/>
        </p:nvPicPr>
        <p:blipFill>
          <a:blip r:embed="rId7"/>
          <a:stretch>
            <a:fillRect/>
          </a:stretch>
        </p:blipFill>
        <p:spPr>
          <a:xfrm>
            <a:off x="9059384" y="3077497"/>
            <a:ext cx="2955635" cy="3063999"/>
          </a:xfrm>
          <a:prstGeom prst="rect">
            <a:avLst/>
          </a:prstGeom>
        </p:spPr>
      </p:pic>
      <p:pic>
        <p:nvPicPr>
          <p:cNvPr id="17" name="Picture 16">
            <a:extLst>
              <a:ext uri="{FF2B5EF4-FFF2-40B4-BE49-F238E27FC236}">
                <a16:creationId xmlns:a16="http://schemas.microsoft.com/office/drawing/2014/main" id="{45ED9E81-076C-4E65-C078-15D9A0BAFCA6}"/>
              </a:ext>
            </a:extLst>
          </p:cNvPr>
          <p:cNvPicPr>
            <a:picLocks noChangeAspect="1"/>
          </p:cNvPicPr>
          <p:nvPr/>
        </p:nvPicPr>
        <p:blipFill>
          <a:blip r:embed="rId8"/>
          <a:stretch>
            <a:fillRect/>
          </a:stretch>
        </p:blipFill>
        <p:spPr>
          <a:xfrm>
            <a:off x="9105565" y="169453"/>
            <a:ext cx="2781751" cy="2803759"/>
          </a:xfrm>
          <a:prstGeom prst="rect">
            <a:avLst/>
          </a:prstGeom>
        </p:spPr>
      </p:pic>
      <p:pic>
        <p:nvPicPr>
          <p:cNvPr id="19" name="Picture 18">
            <a:extLst>
              <a:ext uri="{FF2B5EF4-FFF2-40B4-BE49-F238E27FC236}">
                <a16:creationId xmlns:a16="http://schemas.microsoft.com/office/drawing/2014/main" id="{44C1F34D-B275-CDCE-0C63-2EFADDE78E9B}"/>
              </a:ext>
            </a:extLst>
          </p:cNvPr>
          <p:cNvPicPr>
            <a:picLocks noChangeAspect="1"/>
          </p:cNvPicPr>
          <p:nvPr/>
        </p:nvPicPr>
        <p:blipFill>
          <a:blip r:embed="rId9"/>
          <a:stretch>
            <a:fillRect/>
          </a:stretch>
        </p:blipFill>
        <p:spPr>
          <a:xfrm>
            <a:off x="6147381" y="2973212"/>
            <a:ext cx="2746927" cy="3256528"/>
          </a:xfrm>
          <a:prstGeom prst="rect">
            <a:avLst/>
          </a:prstGeom>
        </p:spPr>
      </p:pic>
    </p:spTree>
    <p:extLst>
      <p:ext uri="{BB962C8B-B14F-4D97-AF65-F5344CB8AC3E}">
        <p14:creationId xmlns:p14="http://schemas.microsoft.com/office/powerpoint/2010/main" val="3829452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2701F-8758-1FFD-52FB-3403750DDB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799D8F5-166E-299E-AE85-F5D0891DCCCC}"/>
              </a:ext>
            </a:extLst>
          </p:cNvPr>
          <p:cNvPicPr>
            <a:picLocks noChangeAspect="1"/>
          </p:cNvPicPr>
          <p:nvPr/>
        </p:nvPicPr>
        <p:blipFill>
          <a:blip r:embed="rId2"/>
          <a:stretch>
            <a:fillRect/>
          </a:stretch>
        </p:blipFill>
        <p:spPr>
          <a:xfrm>
            <a:off x="5742253" y="398473"/>
            <a:ext cx="2886478" cy="5639587"/>
          </a:xfrm>
          <a:prstGeom prst="rect">
            <a:avLst/>
          </a:prstGeom>
        </p:spPr>
      </p:pic>
      <p:pic>
        <p:nvPicPr>
          <p:cNvPr id="7" name="Picture 6">
            <a:extLst>
              <a:ext uri="{FF2B5EF4-FFF2-40B4-BE49-F238E27FC236}">
                <a16:creationId xmlns:a16="http://schemas.microsoft.com/office/drawing/2014/main" id="{5A81DCE1-FB94-E0C0-7F0C-83F8BD2EE7A0}"/>
              </a:ext>
            </a:extLst>
          </p:cNvPr>
          <p:cNvPicPr>
            <a:picLocks noChangeAspect="1"/>
          </p:cNvPicPr>
          <p:nvPr/>
        </p:nvPicPr>
        <p:blipFill>
          <a:blip r:embed="rId3"/>
          <a:stretch>
            <a:fillRect/>
          </a:stretch>
        </p:blipFill>
        <p:spPr>
          <a:xfrm>
            <a:off x="8984598" y="398473"/>
            <a:ext cx="2800741" cy="5706271"/>
          </a:xfrm>
          <a:prstGeom prst="rect">
            <a:avLst/>
          </a:prstGeom>
        </p:spPr>
      </p:pic>
      <p:pic>
        <p:nvPicPr>
          <p:cNvPr id="4" name="Picture 3">
            <a:extLst>
              <a:ext uri="{FF2B5EF4-FFF2-40B4-BE49-F238E27FC236}">
                <a16:creationId xmlns:a16="http://schemas.microsoft.com/office/drawing/2014/main" id="{E837C848-BBE4-B8AF-C6C6-90089354442D}"/>
              </a:ext>
            </a:extLst>
          </p:cNvPr>
          <p:cNvPicPr>
            <a:picLocks noChangeAspect="1"/>
          </p:cNvPicPr>
          <p:nvPr/>
        </p:nvPicPr>
        <p:blipFill>
          <a:blip r:embed="rId4"/>
          <a:stretch>
            <a:fillRect/>
          </a:stretch>
        </p:blipFill>
        <p:spPr>
          <a:xfrm>
            <a:off x="406660" y="2123768"/>
            <a:ext cx="4979725" cy="1094498"/>
          </a:xfrm>
          <a:prstGeom prst="rect">
            <a:avLst/>
          </a:prstGeom>
        </p:spPr>
      </p:pic>
      <p:sp>
        <p:nvSpPr>
          <p:cNvPr id="3" name="TextBox 2">
            <a:extLst>
              <a:ext uri="{FF2B5EF4-FFF2-40B4-BE49-F238E27FC236}">
                <a16:creationId xmlns:a16="http://schemas.microsoft.com/office/drawing/2014/main" id="{22E4ACE1-2E1F-CAE2-663A-57DED3B722F4}"/>
              </a:ext>
            </a:extLst>
          </p:cNvPr>
          <p:cNvSpPr txBox="1"/>
          <p:nvPr/>
        </p:nvSpPr>
        <p:spPr>
          <a:xfrm>
            <a:off x="153496" y="186107"/>
            <a:ext cx="5486051" cy="424732"/>
          </a:xfrm>
          <a:prstGeom prst="rect">
            <a:avLst/>
          </a:prstGeom>
          <a:solidFill>
            <a:schemeClr val="bg1">
              <a:lumMod val="85000"/>
            </a:schemeClr>
          </a:solidFill>
        </p:spPr>
        <p:txBody>
          <a:bodyPr wrap="square" rtlCol="0">
            <a:spAutoFit/>
          </a:bodyPr>
          <a:lstStyle/>
          <a:p>
            <a:pPr>
              <a:lnSpc>
                <a:spcPct val="90000"/>
              </a:lnSpc>
              <a:spcBef>
                <a:spcPct val="0"/>
              </a:spcBef>
              <a:spcAft>
                <a:spcPts val="600"/>
              </a:spcAft>
            </a:pPr>
            <a:r>
              <a:rPr lang="en-US" sz="2400" b="1" spc="-50" dirty="0">
                <a:solidFill>
                  <a:schemeClr val="tx1">
                    <a:lumMod val="75000"/>
                    <a:lumOff val="25000"/>
                  </a:schemeClr>
                </a:solidFill>
                <a:latin typeface="+mj-lt"/>
                <a:ea typeface="+mj-ea"/>
                <a:cs typeface="+mj-cs"/>
              </a:rPr>
              <a:t>Dealing with outliers :</a:t>
            </a:r>
          </a:p>
        </p:txBody>
      </p:sp>
    </p:spTree>
    <p:extLst>
      <p:ext uri="{BB962C8B-B14F-4D97-AF65-F5344CB8AC3E}">
        <p14:creationId xmlns:p14="http://schemas.microsoft.com/office/powerpoint/2010/main" val="297217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AAA0B-3AD1-032A-8F3B-A91594BDD258}"/>
            </a:ext>
          </a:extLst>
        </p:cNvPr>
        <p:cNvGrpSpPr/>
        <p:nvPr/>
      </p:nvGrpSpPr>
      <p:grpSpPr>
        <a:xfrm>
          <a:off x="0" y="0"/>
          <a:ext cx="0" cy="0"/>
          <a:chOff x="0" y="0"/>
          <a:chExt cx="0" cy="0"/>
        </a:xfrm>
      </p:grpSpPr>
      <p:graphicFrame>
        <p:nvGraphicFramePr>
          <p:cNvPr id="5" name="TextBox 2">
            <a:extLst>
              <a:ext uri="{FF2B5EF4-FFF2-40B4-BE49-F238E27FC236}">
                <a16:creationId xmlns:a16="http://schemas.microsoft.com/office/drawing/2014/main" id="{6E4B0108-3870-B1DB-1204-15F327D1BF31}"/>
              </a:ext>
            </a:extLst>
          </p:cNvPr>
          <p:cNvGraphicFramePr/>
          <p:nvPr>
            <p:extLst>
              <p:ext uri="{D42A27DB-BD31-4B8C-83A1-F6EECF244321}">
                <p14:modId xmlns:p14="http://schemas.microsoft.com/office/powerpoint/2010/main" val="4292089608"/>
              </p:ext>
            </p:extLst>
          </p:nvPr>
        </p:nvGraphicFramePr>
        <p:xfrm>
          <a:off x="206826" y="727770"/>
          <a:ext cx="11397345" cy="49999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AC567EA-13CD-A9F5-DE3C-4F97FE97FFEE}"/>
              </a:ext>
            </a:extLst>
          </p:cNvPr>
          <p:cNvSpPr txBox="1"/>
          <p:nvPr/>
        </p:nvSpPr>
        <p:spPr>
          <a:xfrm>
            <a:off x="206826" y="-481687"/>
            <a:ext cx="3690257" cy="14507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spc="-50" dirty="0">
                <a:solidFill>
                  <a:schemeClr val="tx1">
                    <a:lumMod val="75000"/>
                    <a:lumOff val="25000"/>
                  </a:schemeClr>
                </a:solidFill>
                <a:latin typeface="+mj-lt"/>
                <a:ea typeface="+mj-ea"/>
                <a:cs typeface="+mj-cs"/>
              </a:rPr>
              <a:t>Methodology:</a:t>
            </a:r>
          </a:p>
        </p:txBody>
      </p:sp>
    </p:spTree>
    <p:extLst>
      <p:ext uri="{BB962C8B-B14F-4D97-AF65-F5344CB8AC3E}">
        <p14:creationId xmlns:p14="http://schemas.microsoft.com/office/powerpoint/2010/main" val="2875157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B449-42C1-7423-19B7-6A109177B0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2B8DA6-CADE-9E43-ADF9-F6A8582E700F}"/>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Decision Tree : Predict earthquake magnitude</a:t>
            </a:r>
          </a:p>
        </p:txBody>
      </p:sp>
      <p:pic>
        <p:nvPicPr>
          <p:cNvPr id="5" name="Picture 4">
            <a:extLst>
              <a:ext uri="{FF2B5EF4-FFF2-40B4-BE49-F238E27FC236}">
                <a16:creationId xmlns:a16="http://schemas.microsoft.com/office/drawing/2014/main" id="{35271A94-8CF0-AFB1-BFA2-8190EF3C6863}"/>
              </a:ext>
            </a:extLst>
          </p:cNvPr>
          <p:cNvPicPr>
            <a:picLocks noChangeAspect="1"/>
          </p:cNvPicPr>
          <p:nvPr/>
        </p:nvPicPr>
        <p:blipFill>
          <a:blip r:embed="rId2"/>
          <a:stretch>
            <a:fillRect/>
          </a:stretch>
        </p:blipFill>
        <p:spPr>
          <a:xfrm>
            <a:off x="206826" y="898883"/>
            <a:ext cx="11768864" cy="5702843"/>
          </a:xfrm>
          <a:prstGeom prst="rect">
            <a:avLst/>
          </a:prstGeom>
        </p:spPr>
      </p:pic>
    </p:spTree>
    <p:extLst>
      <p:ext uri="{BB962C8B-B14F-4D97-AF65-F5344CB8AC3E}">
        <p14:creationId xmlns:p14="http://schemas.microsoft.com/office/powerpoint/2010/main" val="2495788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1D82-0093-4C72-C901-556F571AC0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0B23D2-54BE-4DF0-342A-E2E1EBAF3978}"/>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Decision Tree : Predict earthquake magnitude</a:t>
            </a:r>
          </a:p>
        </p:txBody>
      </p:sp>
      <p:pic>
        <p:nvPicPr>
          <p:cNvPr id="10" name="Picture 9">
            <a:extLst>
              <a:ext uri="{FF2B5EF4-FFF2-40B4-BE49-F238E27FC236}">
                <a16:creationId xmlns:a16="http://schemas.microsoft.com/office/drawing/2014/main" id="{A02D4D71-E62C-6EF1-2E75-089741283BBB}"/>
              </a:ext>
            </a:extLst>
          </p:cNvPr>
          <p:cNvPicPr>
            <a:picLocks noChangeAspect="1"/>
          </p:cNvPicPr>
          <p:nvPr/>
        </p:nvPicPr>
        <p:blipFill>
          <a:blip r:embed="rId2"/>
          <a:stretch>
            <a:fillRect/>
          </a:stretch>
        </p:blipFill>
        <p:spPr>
          <a:xfrm>
            <a:off x="206826" y="1022554"/>
            <a:ext cx="8976852" cy="5569339"/>
          </a:xfrm>
          <a:prstGeom prst="rect">
            <a:avLst/>
          </a:prstGeom>
        </p:spPr>
      </p:pic>
      <p:pic>
        <p:nvPicPr>
          <p:cNvPr id="11" name="Picture 10">
            <a:extLst>
              <a:ext uri="{FF2B5EF4-FFF2-40B4-BE49-F238E27FC236}">
                <a16:creationId xmlns:a16="http://schemas.microsoft.com/office/drawing/2014/main" id="{22362749-3E36-AB44-86C4-9FE6E451625F}"/>
              </a:ext>
            </a:extLst>
          </p:cNvPr>
          <p:cNvPicPr>
            <a:picLocks noChangeAspect="1"/>
          </p:cNvPicPr>
          <p:nvPr/>
        </p:nvPicPr>
        <p:blipFill>
          <a:blip r:embed="rId3"/>
          <a:stretch>
            <a:fillRect/>
          </a:stretch>
        </p:blipFill>
        <p:spPr>
          <a:xfrm>
            <a:off x="6813754" y="956052"/>
            <a:ext cx="4974774" cy="2851171"/>
          </a:xfrm>
          <a:prstGeom prst="rect">
            <a:avLst/>
          </a:prstGeom>
        </p:spPr>
      </p:pic>
    </p:spTree>
    <p:extLst>
      <p:ext uri="{BB962C8B-B14F-4D97-AF65-F5344CB8AC3E}">
        <p14:creationId xmlns:p14="http://schemas.microsoft.com/office/powerpoint/2010/main" val="558575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AF0B-60E3-7338-6C73-D02AAD5F5B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952C38-8357-9A1C-19AA-A11D78B20CFD}"/>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a:solidFill>
                  <a:schemeClr val="bg1"/>
                </a:solidFill>
                <a:latin typeface="Arial" panose="020B0604020202020204" pitchFamily="34" charset="0"/>
                <a:cs typeface="Arial" panose="020B0604020202020204" pitchFamily="34" charset="0"/>
              </a:rPr>
              <a:t>Decision Tree : Predict earthquake magnitude</a:t>
            </a:r>
            <a:endParaRPr lang="en-IN" sz="2400" b="1"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CC24C43-288A-A83B-D9A9-48B91DA32F3E}"/>
              </a:ext>
            </a:extLst>
          </p:cNvPr>
          <p:cNvPicPr>
            <a:picLocks noChangeAspect="1"/>
          </p:cNvPicPr>
          <p:nvPr/>
        </p:nvPicPr>
        <p:blipFill>
          <a:blip r:embed="rId2"/>
          <a:srcRect t="9853" b="10541"/>
          <a:stretch/>
        </p:blipFill>
        <p:spPr>
          <a:xfrm>
            <a:off x="88491" y="1602658"/>
            <a:ext cx="10658167" cy="5102943"/>
          </a:xfrm>
          <a:prstGeom prst="rect">
            <a:avLst/>
          </a:prstGeom>
        </p:spPr>
      </p:pic>
      <p:pic>
        <p:nvPicPr>
          <p:cNvPr id="8" name="Picture 7">
            <a:extLst>
              <a:ext uri="{FF2B5EF4-FFF2-40B4-BE49-F238E27FC236}">
                <a16:creationId xmlns:a16="http://schemas.microsoft.com/office/drawing/2014/main" id="{BFDCCDFE-8073-0B99-07FD-1404FD19B918}"/>
              </a:ext>
            </a:extLst>
          </p:cNvPr>
          <p:cNvPicPr>
            <a:picLocks noChangeAspect="1"/>
          </p:cNvPicPr>
          <p:nvPr/>
        </p:nvPicPr>
        <p:blipFill>
          <a:blip r:embed="rId3"/>
          <a:srcRect l="3547" r="10621"/>
          <a:stretch/>
        </p:blipFill>
        <p:spPr>
          <a:xfrm>
            <a:off x="7354528" y="266105"/>
            <a:ext cx="4758813" cy="1896991"/>
          </a:xfrm>
          <a:prstGeom prst="rect">
            <a:avLst/>
          </a:prstGeom>
        </p:spPr>
      </p:pic>
    </p:spTree>
    <p:extLst>
      <p:ext uri="{BB962C8B-B14F-4D97-AF65-F5344CB8AC3E}">
        <p14:creationId xmlns:p14="http://schemas.microsoft.com/office/powerpoint/2010/main" val="1243221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1EDA5-9C90-A01F-1093-27A267642B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CAEA96-BD94-D034-35DB-03E30A0883F2}"/>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a:solidFill>
                  <a:schemeClr val="bg1"/>
                </a:solidFill>
                <a:latin typeface="Arial" panose="020B0604020202020204" pitchFamily="34" charset="0"/>
                <a:cs typeface="Arial" panose="020B0604020202020204" pitchFamily="34" charset="0"/>
              </a:rPr>
              <a:t>Decision Tree : Predict earthquake magnitude</a:t>
            </a:r>
            <a:endParaRPr lang="en-IN" sz="2400" b="1"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EA1C14E-0DFE-FC18-4AE0-96790552A1C0}"/>
              </a:ext>
            </a:extLst>
          </p:cNvPr>
          <p:cNvPicPr>
            <a:picLocks noChangeAspect="1"/>
          </p:cNvPicPr>
          <p:nvPr/>
        </p:nvPicPr>
        <p:blipFill>
          <a:blip r:embed="rId2"/>
          <a:stretch>
            <a:fillRect/>
          </a:stretch>
        </p:blipFill>
        <p:spPr>
          <a:xfrm>
            <a:off x="206826" y="925108"/>
            <a:ext cx="10934659" cy="3652229"/>
          </a:xfrm>
          <a:prstGeom prst="rect">
            <a:avLst/>
          </a:prstGeom>
        </p:spPr>
      </p:pic>
      <p:pic>
        <p:nvPicPr>
          <p:cNvPr id="6" name="Picture 5">
            <a:extLst>
              <a:ext uri="{FF2B5EF4-FFF2-40B4-BE49-F238E27FC236}">
                <a16:creationId xmlns:a16="http://schemas.microsoft.com/office/drawing/2014/main" id="{65B313E4-23E6-154F-F853-2E778CCF341F}"/>
              </a:ext>
            </a:extLst>
          </p:cNvPr>
          <p:cNvPicPr>
            <a:picLocks noChangeAspect="1"/>
          </p:cNvPicPr>
          <p:nvPr/>
        </p:nvPicPr>
        <p:blipFill>
          <a:blip r:embed="rId3"/>
          <a:srcRect r="26098" b="69024"/>
          <a:stretch/>
        </p:blipFill>
        <p:spPr>
          <a:xfrm>
            <a:off x="6270172" y="3989196"/>
            <a:ext cx="5614519" cy="2054228"/>
          </a:xfrm>
          <a:prstGeom prst="rect">
            <a:avLst/>
          </a:prstGeom>
        </p:spPr>
      </p:pic>
    </p:spTree>
    <p:extLst>
      <p:ext uri="{BB962C8B-B14F-4D97-AF65-F5344CB8AC3E}">
        <p14:creationId xmlns:p14="http://schemas.microsoft.com/office/powerpoint/2010/main" val="3749333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7A9A5-A2EC-A8DB-39ED-F2B9788CFE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1D8BBC-65AE-30F4-7097-86BCC95487BC}"/>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KNN : Predict earthquake magnitude</a:t>
            </a:r>
          </a:p>
        </p:txBody>
      </p:sp>
      <p:pic>
        <p:nvPicPr>
          <p:cNvPr id="5" name="Picture 4">
            <a:extLst>
              <a:ext uri="{FF2B5EF4-FFF2-40B4-BE49-F238E27FC236}">
                <a16:creationId xmlns:a16="http://schemas.microsoft.com/office/drawing/2014/main" id="{6F5A022F-B99E-27E4-0593-5DB03A2520D9}"/>
              </a:ext>
            </a:extLst>
          </p:cNvPr>
          <p:cNvPicPr>
            <a:picLocks noChangeAspect="1"/>
          </p:cNvPicPr>
          <p:nvPr/>
        </p:nvPicPr>
        <p:blipFill>
          <a:blip r:embed="rId2"/>
          <a:stretch>
            <a:fillRect/>
          </a:stretch>
        </p:blipFill>
        <p:spPr>
          <a:xfrm>
            <a:off x="304800" y="806246"/>
            <a:ext cx="9753599" cy="5785648"/>
          </a:xfrm>
          <a:prstGeom prst="rect">
            <a:avLst/>
          </a:prstGeom>
        </p:spPr>
      </p:pic>
    </p:spTree>
    <p:extLst>
      <p:ext uri="{BB962C8B-B14F-4D97-AF65-F5344CB8AC3E}">
        <p14:creationId xmlns:p14="http://schemas.microsoft.com/office/powerpoint/2010/main" val="685441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2B06-95A1-79B8-86E4-55412E8654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AF42E6-E044-C8A1-6CDB-E75CFBC7A595}"/>
              </a:ext>
            </a:extLst>
          </p:cNvPr>
          <p:cNvSpPr txBox="1"/>
          <p:nvPr/>
        </p:nvSpPr>
        <p:spPr>
          <a:xfrm>
            <a:off x="206826" y="266106"/>
            <a:ext cx="7000219" cy="461665"/>
          </a:xfrm>
          <a:prstGeom prst="rect">
            <a:avLst/>
          </a:prstGeom>
          <a:solidFill>
            <a:schemeClr val="accent1">
              <a:lumMod val="75000"/>
            </a:schemeClr>
          </a:solidFill>
        </p:spPr>
        <p:txBody>
          <a:bodyPr wrap="square" rtlCol="0">
            <a:spAutoFit/>
          </a:bodyPr>
          <a:lstStyle/>
          <a:p>
            <a:r>
              <a:rPr lang="en-IN" sz="2400" b="1" dirty="0">
                <a:solidFill>
                  <a:schemeClr val="bg1"/>
                </a:solidFill>
                <a:latin typeface="Arial" panose="020B0604020202020204" pitchFamily="34" charset="0"/>
                <a:cs typeface="Arial" panose="020B0604020202020204" pitchFamily="34" charset="0"/>
              </a:rPr>
              <a:t>KNN : Predict earthquake magnitude</a:t>
            </a:r>
          </a:p>
        </p:txBody>
      </p:sp>
      <p:pic>
        <p:nvPicPr>
          <p:cNvPr id="5" name="Picture 4" descr="A close-up of a list&#10;&#10;Description automatically generated">
            <a:extLst>
              <a:ext uri="{FF2B5EF4-FFF2-40B4-BE49-F238E27FC236}">
                <a16:creationId xmlns:a16="http://schemas.microsoft.com/office/drawing/2014/main" id="{3F171499-FDE4-7357-61A9-7FBEF1282807}"/>
              </a:ext>
            </a:extLst>
          </p:cNvPr>
          <p:cNvPicPr>
            <a:picLocks noChangeAspect="1"/>
          </p:cNvPicPr>
          <p:nvPr/>
        </p:nvPicPr>
        <p:blipFill>
          <a:blip r:embed="rId2">
            <a:extLst>
              <a:ext uri="{28A0092B-C50C-407E-A947-70E740481C1C}">
                <a14:useLocalDpi xmlns:a14="http://schemas.microsoft.com/office/drawing/2010/main" val="0"/>
              </a:ext>
            </a:extLst>
          </a:blip>
          <a:srcRect l="-167" t="-379" r="3599" b="379"/>
          <a:stretch/>
        </p:blipFill>
        <p:spPr>
          <a:xfrm>
            <a:off x="206826" y="3244721"/>
            <a:ext cx="11336245" cy="2590647"/>
          </a:xfrm>
          <a:prstGeom prst="rect">
            <a:avLst/>
          </a:prstGeom>
        </p:spPr>
      </p:pic>
      <p:pic>
        <p:nvPicPr>
          <p:cNvPr id="8" name="Picture 7" descr="A black text on a white background&#10;&#10;Description automatically generated">
            <a:extLst>
              <a:ext uri="{FF2B5EF4-FFF2-40B4-BE49-F238E27FC236}">
                <a16:creationId xmlns:a16="http://schemas.microsoft.com/office/drawing/2014/main" id="{5E309FAF-4E1F-56DC-FE1F-E93DEC029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6" y="827346"/>
            <a:ext cx="7976010" cy="2121009"/>
          </a:xfrm>
          <a:prstGeom prst="rect">
            <a:avLst/>
          </a:prstGeom>
        </p:spPr>
      </p:pic>
    </p:spTree>
    <p:extLst>
      <p:ext uri="{BB962C8B-B14F-4D97-AF65-F5344CB8AC3E}">
        <p14:creationId xmlns:p14="http://schemas.microsoft.com/office/powerpoint/2010/main" val="1903621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251D9-5770-4D48-DF82-87399EE94A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935326-FE09-F8A3-57A9-BBE52F2BBDA1}"/>
              </a:ext>
            </a:extLst>
          </p:cNvPr>
          <p:cNvSpPr txBox="1"/>
          <p:nvPr/>
        </p:nvSpPr>
        <p:spPr>
          <a:xfrm>
            <a:off x="206826" y="266106"/>
            <a:ext cx="11641045"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Clustering - Identify High-risk Regions Based On Historical Earthquake Data</a:t>
            </a:r>
          </a:p>
        </p:txBody>
      </p:sp>
      <p:pic>
        <p:nvPicPr>
          <p:cNvPr id="5" name="Picture 4">
            <a:extLst>
              <a:ext uri="{FF2B5EF4-FFF2-40B4-BE49-F238E27FC236}">
                <a16:creationId xmlns:a16="http://schemas.microsoft.com/office/drawing/2014/main" id="{34D59F02-1991-246C-2E02-B78D720BB963}"/>
              </a:ext>
            </a:extLst>
          </p:cNvPr>
          <p:cNvPicPr>
            <a:picLocks noChangeAspect="1"/>
          </p:cNvPicPr>
          <p:nvPr/>
        </p:nvPicPr>
        <p:blipFill>
          <a:blip r:embed="rId2"/>
          <a:stretch>
            <a:fillRect/>
          </a:stretch>
        </p:blipFill>
        <p:spPr>
          <a:xfrm>
            <a:off x="481781" y="993058"/>
            <a:ext cx="11080954" cy="5708253"/>
          </a:xfrm>
          <a:prstGeom prst="rect">
            <a:avLst/>
          </a:prstGeom>
        </p:spPr>
      </p:pic>
      <p:pic>
        <p:nvPicPr>
          <p:cNvPr id="8" name="Picture 7">
            <a:extLst>
              <a:ext uri="{FF2B5EF4-FFF2-40B4-BE49-F238E27FC236}">
                <a16:creationId xmlns:a16="http://schemas.microsoft.com/office/drawing/2014/main" id="{92ABC884-F1EB-CB02-E3DB-DE2B723639AC}"/>
              </a:ext>
            </a:extLst>
          </p:cNvPr>
          <p:cNvPicPr>
            <a:picLocks noChangeAspect="1"/>
          </p:cNvPicPr>
          <p:nvPr/>
        </p:nvPicPr>
        <p:blipFill>
          <a:blip r:embed="rId3"/>
          <a:srcRect b="32489"/>
          <a:stretch/>
        </p:blipFill>
        <p:spPr>
          <a:xfrm>
            <a:off x="7924022" y="4689987"/>
            <a:ext cx="3786197" cy="157316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081784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0145-2578-C11E-0E58-0F259A4C43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1C3618-E828-7003-90BC-C456D28DA04F}"/>
              </a:ext>
            </a:extLst>
          </p:cNvPr>
          <p:cNvSpPr txBox="1"/>
          <p:nvPr/>
        </p:nvSpPr>
        <p:spPr>
          <a:xfrm>
            <a:off x="206826" y="266106"/>
            <a:ext cx="11641045"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Clustering - Identify High-risk Regions Based On Historical Earthquake Data</a:t>
            </a:r>
          </a:p>
        </p:txBody>
      </p:sp>
      <p:pic>
        <p:nvPicPr>
          <p:cNvPr id="7" name="Picture 6">
            <a:extLst>
              <a:ext uri="{FF2B5EF4-FFF2-40B4-BE49-F238E27FC236}">
                <a16:creationId xmlns:a16="http://schemas.microsoft.com/office/drawing/2014/main" id="{8CE62945-CC27-DC61-7C07-238E2E41B912}"/>
              </a:ext>
            </a:extLst>
          </p:cNvPr>
          <p:cNvPicPr>
            <a:picLocks noChangeAspect="1"/>
          </p:cNvPicPr>
          <p:nvPr/>
        </p:nvPicPr>
        <p:blipFill>
          <a:blip r:embed="rId2"/>
          <a:stretch>
            <a:fillRect/>
          </a:stretch>
        </p:blipFill>
        <p:spPr>
          <a:xfrm>
            <a:off x="206826" y="848364"/>
            <a:ext cx="11208774" cy="5424352"/>
          </a:xfrm>
          <a:prstGeom prst="rect">
            <a:avLst/>
          </a:prstGeom>
        </p:spPr>
      </p:pic>
    </p:spTree>
    <p:extLst>
      <p:ext uri="{BB962C8B-B14F-4D97-AF65-F5344CB8AC3E}">
        <p14:creationId xmlns:p14="http://schemas.microsoft.com/office/powerpoint/2010/main" val="403948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0166F-23B4-4AB0-E060-653D4EB5FB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64338A-9D98-12A1-D9CA-FB323EA9CC68}"/>
              </a:ext>
            </a:extLst>
          </p:cNvPr>
          <p:cNvSpPr txBox="1"/>
          <p:nvPr/>
        </p:nvSpPr>
        <p:spPr>
          <a:xfrm>
            <a:off x="206826" y="266106"/>
            <a:ext cx="1702361"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Results:</a:t>
            </a:r>
          </a:p>
        </p:txBody>
      </p:sp>
      <p:sp>
        <p:nvSpPr>
          <p:cNvPr id="7" name="TextBox 6">
            <a:extLst>
              <a:ext uri="{FF2B5EF4-FFF2-40B4-BE49-F238E27FC236}">
                <a16:creationId xmlns:a16="http://schemas.microsoft.com/office/drawing/2014/main" id="{C3A7DF50-6F8A-CB81-492A-165CA449D182}"/>
              </a:ext>
            </a:extLst>
          </p:cNvPr>
          <p:cNvSpPr txBox="1"/>
          <p:nvPr/>
        </p:nvSpPr>
        <p:spPr>
          <a:xfrm>
            <a:off x="334297" y="1710813"/>
            <a:ext cx="1637436" cy="707886"/>
          </a:xfrm>
          <a:prstGeom prst="rect">
            <a:avLst/>
          </a:prstGeom>
          <a:noFill/>
        </p:spPr>
        <p:txBody>
          <a:bodyPr wrap="none" rtlCol="0">
            <a:spAutoFit/>
          </a:bodyPr>
          <a:lstStyle/>
          <a:p>
            <a:r>
              <a:rPr lang="en-US" sz="2000" b="1" dirty="0">
                <a:solidFill>
                  <a:srgbClr val="FF0000"/>
                </a:solidFill>
              </a:rPr>
              <a:t>Decision Tree</a:t>
            </a:r>
          </a:p>
          <a:p>
            <a:r>
              <a:rPr lang="en-US" sz="2000" b="1" dirty="0">
                <a:solidFill>
                  <a:srgbClr val="FF0000"/>
                </a:solidFill>
              </a:rPr>
              <a:t>(split)</a:t>
            </a:r>
            <a:endParaRPr lang="en-IN" sz="2000" b="1" dirty="0">
              <a:solidFill>
                <a:srgbClr val="FF0000"/>
              </a:solidFill>
            </a:endParaRPr>
          </a:p>
        </p:txBody>
      </p:sp>
      <p:sp>
        <p:nvSpPr>
          <p:cNvPr id="8" name="TextBox 7">
            <a:extLst>
              <a:ext uri="{FF2B5EF4-FFF2-40B4-BE49-F238E27FC236}">
                <a16:creationId xmlns:a16="http://schemas.microsoft.com/office/drawing/2014/main" id="{E9C7ED11-3843-12CE-0603-17CF6F570DCC}"/>
              </a:ext>
            </a:extLst>
          </p:cNvPr>
          <p:cNvSpPr txBox="1"/>
          <p:nvPr/>
        </p:nvSpPr>
        <p:spPr>
          <a:xfrm>
            <a:off x="10132141" y="2684206"/>
            <a:ext cx="683200" cy="400110"/>
          </a:xfrm>
          <a:prstGeom prst="rect">
            <a:avLst/>
          </a:prstGeom>
          <a:noFill/>
        </p:spPr>
        <p:txBody>
          <a:bodyPr wrap="none" rtlCol="0">
            <a:spAutoFit/>
          </a:bodyPr>
          <a:lstStyle/>
          <a:p>
            <a:r>
              <a:rPr lang="en-US" sz="2000" b="1" dirty="0">
                <a:solidFill>
                  <a:srgbClr val="7030A0"/>
                </a:solidFill>
              </a:rPr>
              <a:t>KNN</a:t>
            </a:r>
            <a:endParaRPr lang="en-IN" sz="2000" b="1" dirty="0">
              <a:solidFill>
                <a:srgbClr val="7030A0"/>
              </a:solidFill>
            </a:endParaRPr>
          </a:p>
        </p:txBody>
      </p:sp>
      <p:cxnSp>
        <p:nvCxnSpPr>
          <p:cNvPr id="12" name="Connector: Elbow 11">
            <a:extLst>
              <a:ext uri="{FF2B5EF4-FFF2-40B4-BE49-F238E27FC236}">
                <a16:creationId xmlns:a16="http://schemas.microsoft.com/office/drawing/2014/main" id="{76483101-B0AF-189E-D75E-92544A23153E}"/>
              </a:ext>
            </a:extLst>
          </p:cNvPr>
          <p:cNvCxnSpPr>
            <a:stCxn id="7" idx="2"/>
          </p:cNvCxnSpPr>
          <p:nvPr/>
        </p:nvCxnSpPr>
        <p:spPr>
          <a:xfrm rot="16200000" flipH="1">
            <a:off x="1518109" y="2053605"/>
            <a:ext cx="88526" cy="818714"/>
          </a:xfrm>
          <a:prstGeom prst="bentConnector2">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pic>
        <p:nvPicPr>
          <p:cNvPr id="18" name="Picture 17">
            <a:extLst>
              <a:ext uri="{FF2B5EF4-FFF2-40B4-BE49-F238E27FC236}">
                <a16:creationId xmlns:a16="http://schemas.microsoft.com/office/drawing/2014/main" id="{9CDD100A-D970-F036-3743-95366718FED4}"/>
              </a:ext>
            </a:extLst>
          </p:cNvPr>
          <p:cNvPicPr>
            <a:picLocks noChangeAspect="1"/>
          </p:cNvPicPr>
          <p:nvPr/>
        </p:nvPicPr>
        <p:blipFill>
          <a:blip r:embed="rId2"/>
          <a:stretch>
            <a:fillRect/>
          </a:stretch>
        </p:blipFill>
        <p:spPr>
          <a:xfrm>
            <a:off x="2047861" y="285771"/>
            <a:ext cx="5680289" cy="2851171"/>
          </a:xfrm>
          <a:prstGeom prst="rect">
            <a:avLst/>
          </a:prstGeom>
        </p:spPr>
      </p:pic>
      <p:pic>
        <p:nvPicPr>
          <p:cNvPr id="4" name="Picture 3">
            <a:extLst>
              <a:ext uri="{FF2B5EF4-FFF2-40B4-BE49-F238E27FC236}">
                <a16:creationId xmlns:a16="http://schemas.microsoft.com/office/drawing/2014/main" id="{3DB7A735-747E-0482-ED61-05B7360315D6}"/>
              </a:ext>
            </a:extLst>
          </p:cNvPr>
          <p:cNvPicPr>
            <a:picLocks noChangeAspect="1"/>
          </p:cNvPicPr>
          <p:nvPr/>
        </p:nvPicPr>
        <p:blipFill>
          <a:blip r:embed="rId3"/>
          <a:srcRect l="-2244" t="760" r="36840" b="66920"/>
          <a:stretch/>
        </p:blipFill>
        <p:spPr>
          <a:xfrm>
            <a:off x="8043805" y="246443"/>
            <a:ext cx="3813898" cy="1621686"/>
          </a:xfrm>
          <a:prstGeom prst="rect">
            <a:avLst/>
          </a:prstGeom>
        </p:spPr>
      </p:pic>
      <p:sp>
        <p:nvSpPr>
          <p:cNvPr id="5" name="TextBox 4">
            <a:extLst>
              <a:ext uri="{FF2B5EF4-FFF2-40B4-BE49-F238E27FC236}">
                <a16:creationId xmlns:a16="http://schemas.microsoft.com/office/drawing/2014/main" id="{0434DB30-F140-AF43-8D83-14DC56DB16AC}"/>
              </a:ext>
            </a:extLst>
          </p:cNvPr>
          <p:cNvSpPr txBox="1"/>
          <p:nvPr/>
        </p:nvSpPr>
        <p:spPr>
          <a:xfrm>
            <a:off x="8043805" y="2507225"/>
            <a:ext cx="2022605" cy="707886"/>
          </a:xfrm>
          <a:prstGeom prst="rect">
            <a:avLst/>
          </a:prstGeom>
          <a:noFill/>
        </p:spPr>
        <p:txBody>
          <a:bodyPr wrap="none" rtlCol="0">
            <a:spAutoFit/>
          </a:bodyPr>
          <a:lstStyle/>
          <a:p>
            <a:r>
              <a:rPr lang="en-US" sz="2000" b="1" dirty="0">
                <a:solidFill>
                  <a:srgbClr val="FF0000"/>
                </a:solidFill>
              </a:rPr>
              <a:t>Decision Tree</a:t>
            </a:r>
          </a:p>
          <a:p>
            <a:r>
              <a:rPr lang="en-US" sz="2000" b="1" dirty="0">
                <a:solidFill>
                  <a:srgbClr val="FF0000"/>
                </a:solidFill>
              </a:rPr>
              <a:t>(cross validation)</a:t>
            </a:r>
            <a:endParaRPr lang="en-IN" sz="2000" b="1" dirty="0">
              <a:solidFill>
                <a:srgbClr val="FF0000"/>
              </a:solidFill>
            </a:endParaRPr>
          </a:p>
        </p:txBody>
      </p:sp>
      <p:cxnSp>
        <p:nvCxnSpPr>
          <p:cNvPr id="9" name="Connector: Elbow 8">
            <a:extLst>
              <a:ext uri="{FF2B5EF4-FFF2-40B4-BE49-F238E27FC236}">
                <a16:creationId xmlns:a16="http://schemas.microsoft.com/office/drawing/2014/main" id="{64E998B6-CD45-0106-AAA9-EBAE5C389B5E}"/>
              </a:ext>
            </a:extLst>
          </p:cNvPr>
          <p:cNvCxnSpPr>
            <a:cxnSpLocks/>
          </p:cNvCxnSpPr>
          <p:nvPr/>
        </p:nvCxnSpPr>
        <p:spPr>
          <a:xfrm rot="5400000" flipH="1" flipV="1">
            <a:off x="8588296" y="2040415"/>
            <a:ext cx="530905" cy="402717"/>
          </a:xfrm>
          <a:prstGeom prst="bentConnector3">
            <a:avLst>
              <a:gd name="adj1" fmla="val 50000"/>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pic>
        <p:nvPicPr>
          <p:cNvPr id="3" name="Picture 2" descr="A close-up of a list&#10;&#10;Description automatically generated">
            <a:extLst>
              <a:ext uri="{FF2B5EF4-FFF2-40B4-BE49-F238E27FC236}">
                <a16:creationId xmlns:a16="http://schemas.microsoft.com/office/drawing/2014/main" id="{E60683FA-85ED-B9A4-F414-B10880340114}"/>
              </a:ext>
            </a:extLst>
          </p:cNvPr>
          <p:cNvPicPr>
            <a:picLocks noChangeAspect="1"/>
          </p:cNvPicPr>
          <p:nvPr/>
        </p:nvPicPr>
        <p:blipFill>
          <a:blip r:embed="rId4">
            <a:extLst>
              <a:ext uri="{28A0092B-C50C-407E-A947-70E740481C1C}">
                <a14:useLocalDpi xmlns:a14="http://schemas.microsoft.com/office/drawing/2010/main" val="0"/>
              </a:ext>
            </a:extLst>
          </a:blip>
          <a:srcRect l="-167" t="-379" r="3599" b="379"/>
          <a:stretch/>
        </p:blipFill>
        <p:spPr>
          <a:xfrm>
            <a:off x="334297" y="3642890"/>
            <a:ext cx="11336245" cy="2590647"/>
          </a:xfrm>
          <a:prstGeom prst="rect">
            <a:avLst/>
          </a:prstGeom>
        </p:spPr>
      </p:pic>
      <p:cxnSp>
        <p:nvCxnSpPr>
          <p:cNvPr id="10" name="Straight Arrow Connector 9">
            <a:extLst>
              <a:ext uri="{FF2B5EF4-FFF2-40B4-BE49-F238E27FC236}">
                <a16:creationId xmlns:a16="http://schemas.microsoft.com/office/drawing/2014/main" id="{33CA3DFC-7D70-2C04-C6BE-77E1FC2FF8AD}"/>
              </a:ext>
            </a:extLst>
          </p:cNvPr>
          <p:cNvCxnSpPr>
            <a:cxnSpLocks/>
          </p:cNvCxnSpPr>
          <p:nvPr/>
        </p:nvCxnSpPr>
        <p:spPr>
          <a:xfrm>
            <a:off x="10476127" y="3136942"/>
            <a:ext cx="0" cy="793955"/>
          </a:xfrm>
          <a:prstGeom prst="straightConnector1">
            <a:avLst/>
          </a:prstGeom>
          <a:ln>
            <a:solidFill>
              <a:srgbClr val="7030A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03926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3468C-AB5B-26CE-3FF4-B767AFBF0F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74E1A7-3919-C2E7-CFF9-ACECCEB53CAC}"/>
              </a:ext>
            </a:extLst>
          </p:cNvPr>
          <p:cNvSpPr txBox="1"/>
          <p:nvPr/>
        </p:nvSpPr>
        <p:spPr>
          <a:xfrm>
            <a:off x="206826" y="266106"/>
            <a:ext cx="11641045"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Discussion:</a:t>
            </a:r>
          </a:p>
        </p:txBody>
      </p:sp>
      <p:sp>
        <p:nvSpPr>
          <p:cNvPr id="3" name="TextBox 2">
            <a:extLst>
              <a:ext uri="{FF2B5EF4-FFF2-40B4-BE49-F238E27FC236}">
                <a16:creationId xmlns:a16="http://schemas.microsoft.com/office/drawing/2014/main" id="{C582DA5B-32FD-8610-F182-A10B0410D97C}"/>
              </a:ext>
            </a:extLst>
          </p:cNvPr>
          <p:cNvSpPr txBox="1"/>
          <p:nvPr/>
        </p:nvSpPr>
        <p:spPr>
          <a:xfrm>
            <a:off x="206825" y="889843"/>
            <a:ext cx="11503393" cy="563231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Analysis in Context:</a:t>
            </a:r>
          </a:p>
          <a:p>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Magnitude Prediction:</a:t>
            </a: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decision tree is around 63% accurate in predicting earthquake magnitudes based on historical data.</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For some data records decision tree is overestimating or underestimating certain magnitudes.</a:t>
            </a:r>
          </a:p>
          <a:p>
            <a:pPr marL="742950" lvl="1" indent="-285750">
              <a:buFont typeface="Arial" panose="020B0604020202020204" pitchFamily="34" charset="0"/>
              <a:buChar char="•"/>
            </a:pPr>
            <a:r>
              <a:rPr lang="en-US" dirty="0" err="1">
                <a:latin typeface="Arial" panose="020B0604020202020204" pitchFamily="34" charset="0"/>
                <a:cs typeface="Arial" panose="020B0604020202020204" pitchFamily="34" charset="0"/>
              </a:rPr>
              <a:t>Knn</a:t>
            </a:r>
            <a:r>
              <a:rPr lang="en-US" dirty="0">
                <a:latin typeface="Arial" panose="020B0604020202020204" pitchFamily="34" charset="0"/>
                <a:cs typeface="Arial" panose="020B0604020202020204" pitchFamily="34" charset="0"/>
              </a:rPr>
              <a:t> on other hand is more accurate in predicting earthquake than decision tree</a:t>
            </a:r>
          </a:p>
          <a:p>
            <a:pPr>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Cluster Analysis:</a:t>
            </a:r>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DBSCAN helps in highlighting the spatial patterns in the clustering results.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Helps in Identify regions prone to high-magnitude earthquakes (e.g., clusters with higher average magnitude).</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It also Highlight noise points (outliers)</a:t>
            </a:r>
          </a:p>
          <a:p>
            <a:pPr lvl="1"/>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Recommendations:</a:t>
            </a:r>
          </a:p>
          <a:p>
            <a:pPr>
              <a:buFont typeface="Arial" panose="020B0604020202020204" pitchFamily="34" charset="0"/>
              <a:buChar char="•"/>
            </a:pPr>
            <a:r>
              <a:rPr lang="en-US" dirty="0">
                <a:latin typeface="Arial" panose="020B0604020202020204" pitchFamily="34" charset="0"/>
                <a:cs typeface="Arial" panose="020B0604020202020204" pitchFamily="34" charset="0"/>
              </a:rPr>
              <a:t>Focus on disaster preparedness in high-risk regions identified through clustering.</a:t>
            </a:r>
          </a:p>
          <a:p>
            <a:pPr>
              <a:buFont typeface="Arial" panose="020B0604020202020204" pitchFamily="34" charset="0"/>
              <a:buChar char="•"/>
            </a:pPr>
            <a:r>
              <a:rPr lang="en-US" dirty="0">
                <a:latin typeface="Arial" panose="020B0604020202020204" pitchFamily="34" charset="0"/>
                <a:cs typeface="Arial" panose="020B0604020202020204" pitchFamily="34" charset="0"/>
              </a:rPr>
              <a:t>Use predictive models to issue early warnings for potential high-magnitude earthquakes.</a:t>
            </a:r>
          </a:p>
          <a:p>
            <a:pPr>
              <a:buFont typeface="Arial" panose="020B0604020202020204" pitchFamily="34" charset="0"/>
              <a:buChar char="•"/>
            </a:pPr>
            <a:r>
              <a:rPr lang="en-US" dirty="0">
                <a:latin typeface="Arial" panose="020B0604020202020204" pitchFamily="34" charset="0"/>
                <a:cs typeface="Arial" panose="020B0604020202020204" pitchFamily="34" charset="0"/>
              </a:rPr>
              <a:t>Improve data collection and preprocessing for more accurate predictions.</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1175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13F4-458A-0297-9DE5-77BE701ACD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795259-A834-1665-4B7B-D3BA7059E3C6}"/>
              </a:ext>
            </a:extLst>
          </p:cNvPr>
          <p:cNvSpPr txBox="1"/>
          <p:nvPr/>
        </p:nvSpPr>
        <p:spPr>
          <a:xfrm>
            <a:off x="206826" y="266106"/>
            <a:ext cx="11641045"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Discussion:</a:t>
            </a:r>
          </a:p>
        </p:txBody>
      </p:sp>
      <p:sp>
        <p:nvSpPr>
          <p:cNvPr id="3" name="TextBox 2">
            <a:extLst>
              <a:ext uri="{FF2B5EF4-FFF2-40B4-BE49-F238E27FC236}">
                <a16:creationId xmlns:a16="http://schemas.microsoft.com/office/drawing/2014/main" id="{D55B706A-5A77-6443-4B14-2C38641468A2}"/>
              </a:ext>
            </a:extLst>
          </p:cNvPr>
          <p:cNvSpPr txBox="1"/>
          <p:nvPr/>
        </p:nvSpPr>
        <p:spPr>
          <a:xfrm>
            <a:off x="206826" y="820870"/>
            <a:ext cx="7334059" cy="313932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Limitations and Challenges:</a:t>
            </a:r>
          </a:p>
          <a:p>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Data Limitations: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Potential biases in historical earthquake records.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Incomplete or missing data affecting model accuracy.</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Model Trade-offs: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DBSCAN sensitivity to parameters (epsilon and </a:t>
            </a:r>
            <a:r>
              <a:rPr lang="en-US" dirty="0" err="1">
                <a:latin typeface="Arial" panose="020B0604020202020204" pitchFamily="34" charset="0"/>
                <a:cs typeface="Arial" panose="020B0604020202020204" pitchFamily="34" charset="0"/>
              </a:rPr>
              <a:t>min_samples</a:t>
            </a:r>
            <a:r>
              <a:rPr lang="en-US"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6016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A3332-885E-6881-CF66-282672C245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995ED3-424C-A13F-7E09-8F4408548E88}"/>
              </a:ext>
            </a:extLst>
          </p:cNvPr>
          <p:cNvSpPr txBox="1"/>
          <p:nvPr/>
        </p:nvSpPr>
        <p:spPr>
          <a:xfrm>
            <a:off x="206826" y="266106"/>
            <a:ext cx="11641045" cy="461665"/>
          </a:xfrm>
          <a:prstGeom prst="rect">
            <a:avLst/>
          </a:prstGeom>
          <a:solidFill>
            <a:schemeClr val="accent1">
              <a:lumMod val="75000"/>
            </a:schemeClr>
          </a:solid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Conclusion:</a:t>
            </a:r>
          </a:p>
        </p:txBody>
      </p:sp>
      <p:sp>
        <p:nvSpPr>
          <p:cNvPr id="3" name="TextBox 2">
            <a:extLst>
              <a:ext uri="{FF2B5EF4-FFF2-40B4-BE49-F238E27FC236}">
                <a16:creationId xmlns:a16="http://schemas.microsoft.com/office/drawing/2014/main" id="{9B7488CF-7136-F8D6-A210-8382ED42C498}"/>
              </a:ext>
            </a:extLst>
          </p:cNvPr>
          <p:cNvSpPr txBox="1"/>
          <p:nvPr/>
        </p:nvSpPr>
        <p:spPr>
          <a:xfrm>
            <a:off x="5211097" y="1966452"/>
            <a:ext cx="184731" cy="369332"/>
          </a:xfrm>
          <a:prstGeom prst="rect">
            <a:avLst/>
          </a:prstGeom>
          <a:noFill/>
        </p:spPr>
        <p:txBody>
          <a:bodyPr wrap="none" rtlCol="0">
            <a:spAutoFit/>
          </a:bodyPr>
          <a:lstStyle/>
          <a:p>
            <a:endParaRPr lang="en-IN" dirty="0"/>
          </a:p>
        </p:txBody>
      </p:sp>
      <p:sp>
        <p:nvSpPr>
          <p:cNvPr id="5" name="Rectangle 2">
            <a:extLst>
              <a:ext uri="{FF2B5EF4-FFF2-40B4-BE49-F238E27FC236}">
                <a16:creationId xmlns:a16="http://schemas.microsoft.com/office/drawing/2014/main" id="{E983DFF6-924B-7630-00C2-76AF250A57A1}"/>
              </a:ext>
            </a:extLst>
          </p:cNvPr>
          <p:cNvSpPr>
            <a:spLocks noChangeArrowheads="1"/>
          </p:cNvSpPr>
          <p:nvPr/>
        </p:nvSpPr>
        <p:spPr bwMode="auto">
          <a:xfrm>
            <a:off x="147485" y="731682"/>
            <a:ext cx="1148407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Summary of Findings: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Decision tree</a:t>
            </a:r>
            <a:r>
              <a:rPr lang="en-US" altLang="en-US" dirty="0">
                <a:latin typeface="Arial" panose="020B0604020202020204" pitchFamily="34" charset="0"/>
                <a:cs typeface="Arial" panose="020B0604020202020204" pitchFamily="34" charset="0"/>
              </a:rPr>
              <a:t> is not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effective, but KNN is effectively predicted earthquake magnitudes with a measurable accuracy, precision, and recall.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DBSCAN clustering successfully identified high-risk regions, with some noise points indicating isolated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Insights from the dataset can help improve disaster preparedness and resource allocation.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Impact on Research or Practice:</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Encourages the adoption of machine learning techniques in seismology and disaster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Provides a framework for identifying high-risk areas for future studies.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Future Research: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Experiment with other clustering algorithms (e.g., K-Means, Hierarchical Clustering) for comparison.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Incorporate additional features (e.g., tectonic plate boundaries, population density) to enhance predictions and clustering.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Develop real-time models to integrate new earthquake data dynamically.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2785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F38E2-9ADA-8C5E-061A-39C709749A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844F46-35AF-0333-4722-5E676DBD179E}"/>
              </a:ext>
            </a:extLst>
          </p:cNvPr>
          <p:cNvSpPr txBox="1"/>
          <p:nvPr/>
        </p:nvSpPr>
        <p:spPr>
          <a:xfrm>
            <a:off x="275477" y="2544548"/>
            <a:ext cx="11641045" cy="707886"/>
          </a:xfrm>
          <a:prstGeom prst="rect">
            <a:avLst/>
          </a:prstGeom>
          <a:solidFill>
            <a:schemeClr val="accent1">
              <a:lumMod val="75000"/>
            </a:schemeClr>
          </a:solidFill>
        </p:spPr>
        <p:txBody>
          <a:bodyPr wrap="square" rtlCol="0">
            <a:spAutoFit/>
          </a:bodyPr>
          <a:lstStyle/>
          <a:p>
            <a:pPr algn="ctr"/>
            <a:r>
              <a:rPr lang="en-US" sz="4000" b="1" dirty="0">
                <a:solidFill>
                  <a:schemeClr val="bg1"/>
                </a:solidFill>
                <a:latin typeface="Arial" panose="020B0604020202020204" pitchFamily="34" charset="0"/>
                <a:cs typeface="Arial" panose="020B0604020202020204" pitchFamily="34" charset="0"/>
              </a:rPr>
              <a:t>Questions???</a:t>
            </a:r>
          </a:p>
        </p:txBody>
      </p:sp>
      <p:sp>
        <p:nvSpPr>
          <p:cNvPr id="3" name="TextBox 2">
            <a:extLst>
              <a:ext uri="{FF2B5EF4-FFF2-40B4-BE49-F238E27FC236}">
                <a16:creationId xmlns:a16="http://schemas.microsoft.com/office/drawing/2014/main" id="{637EA6C8-6641-AD37-461F-AE83552B1723}"/>
              </a:ext>
            </a:extLst>
          </p:cNvPr>
          <p:cNvSpPr txBox="1"/>
          <p:nvPr/>
        </p:nvSpPr>
        <p:spPr>
          <a:xfrm>
            <a:off x="5211097" y="1966452"/>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2636641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CB227-BE63-D32B-F9A1-2895CA1A8D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6A07CF-65B7-8594-12C6-00BA64ED26EB}"/>
              </a:ext>
            </a:extLst>
          </p:cNvPr>
          <p:cNvSpPr txBox="1"/>
          <p:nvPr/>
        </p:nvSpPr>
        <p:spPr>
          <a:xfrm>
            <a:off x="275477" y="2544548"/>
            <a:ext cx="11641045" cy="707886"/>
          </a:xfrm>
          <a:prstGeom prst="rect">
            <a:avLst/>
          </a:prstGeom>
          <a:solidFill>
            <a:schemeClr val="accent1">
              <a:lumMod val="75000"/>
            </a:schemeClr>
          </a:solidFill>
        </p:spPr>
        <p:txBody>
          <a:bodyPr wrap="square" rtlCol="0">
            <a:spAutoFit/>
          </a:bodyPr>
          <a:lstStyle/>
          <a:p>
            <a:pPr algn="ctr"/>
            <a:r>
              <a:rPr lang="en-US" sz="4000" b="1" dirty="0">
                <a:solidFill>
                  <a:schemeClr val="bg1"/>
                </a:solidFill>
                <a:latin typeface="Arial" panose="020B0604020202020204" pitchFamily="34" charset="0"/>
                <a:cs typeface="Arial" panose="020B0604020202020204" pitchFamily="34" charset="0"/>
              </a:rPr>
              <a:t>Thank You </a:t>
            </a:r>
            <a:r>
              <a:rPr lang="en-US" sz="4000" b="1" dirty="0">
                <a:solidFill>
                  <a:schemeClr val="bg1"/>
                </a:solidFill>
                <a:latin typeface="Arial" panose="020B0604020202020204" pitchFamily="34" charset="0"/>
                <a:cs typeface="Arial" panose="020B0604020202020204" pitchFamily="34" charset="0"/>
                <a:sym typeface="Wingdings" panose="05000000000000000000" pitchFamily="2" charset="2"/>
              </a:rPr>
              <a:t></a:t>
            </a:r>
            <a:endParaRPr lang="en-US" sz="4000" b="1"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5E498AC-0238-5531-B856-6F094E0A7BBA}"/>
              </a:ext>
            </a:extLst>
          </p:cNvPr>
          <p:cNvSpPr txBox="1"/>
          <p:nvPr/>
        </p:nvSpPr>
        <p:spPr>
          <a:xfrm>
            <a:off x="5211097" y="1966452"/>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656223516"/>
      </p:ext>
    </p:extLst>
  </p:cSld>
  <p:clrMapOvr>
    <a:masterClrMapping/>
  </p:clrMapOvr>
</p:sld>
</file>

<file path=ppt/theme/theme1.xml><?xml version="1.0" encoding="utf-8"?>
<a:theme xmlns:a="http://schemas.openxmlformats.org/drawingml/2006/main" name="RetrospectVTI">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B2B0760624AE4A8043F65EA2ED3AFC" ma:contentTypeVersion="4" ma:contentTypeDescription="Create a new document." ma:contentTypeScope="" ma:versionID="2eb7431fe8e009adc13e775bf383dc80">
  <xsd:schema xmlns:xsd="http://www.w3.org/2001/XMLSchema" xmlns:xs="http://www.w3.org/2001/XMLSchema" xmlns:p="http://schemas.microsoft.com/office/2006/metadata/properties" xmlns:ns3="8fd4c730-3669-4aa6-9d76-058e1e263c60" targetNamespace="http://schemas.microsoft.com/office/2006/metadata/properties" ma:root="true" ma:fieldsID="de5da92dbdb0e14eb1e210f1285982d6" ns3:_="">
    <xsd:import namespace="8fd4c730-3669-4aa6-9d76-058e1e263c60"/>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d4c730-3669-4aa6-9d76-058e1e263c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7B4538-D67B-4F29-B8EC-3A5DE12D2F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d4c730-3669-4aa6-9d76-058e1e263c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0DF038-2484-4477-B864-CE23329CA0D7}">
  <ds:schemaRefs>
    <ds:schemaRef ds:uri="http://schemas.microsoft.com/sharepoint/v3/contenttype/forms"/>
  </ds:schemaRefs>
</ds:datastoreItem>
</file>

<file path=customXml/itemProps3.xml><?xml version="1.0" encoding="utf-8"?>
<ds:datastoreItem xmlns:ds="http://schemas.openxmlformats.org/officeDocument/2006/customXml" ds:itemID="{3BAD7E39-A413-401B-87DD-43320D11784D}">
  <ds:schemaRef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purl.org/dc/dcmitype/"/>
    <ds:schemaRef ds:uri="8fd4c730-3669-4aa6-9d76-058e1e263c60"/>
    <ds:schemaRef ds:uri="http://purl.org/dc/elements/1.1/"/>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1048</TotalTime>
  <Words>962</Words>
  <Application>Microsoft Office PowerPoint</Application>
  <PresentationFormat>Widescreen</PresentationFormat>
  <Paragraphs>158</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Arial</vt:lpstr>
      <vt:lpstr>Bookman Old Style</vt:lpstr>
      <vt:lpstr>Calibri</vt:lpstr>
      <vt:lpstr>Franklin Gothic Book</vt:lpstr>
      <vt:lpstr>Wingdings</vt:lpstr>
      <vt:lpstr>RetrospectVTI</vt:lpstr>
      <vt:lpstr>Predict Earthquake Magnitude And Identify High-risk Regions Based On Historical Earthquake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Patel, Sheena Anilkumar</dc:creator>
  <cp:lastModifiedBy>Patel, Sheena Anilkumar</cp:lastModifiedBy>
  <cp:revision>27</cp:revision>
  <dcterms:created xsi:type="dcterms:W3CDTF">2024-11-19T03:08:56Z</dcterms:created>
  <dcterms:modified xsi:type="dcterms:W3CDTF">2025-04-11T00:31:22Z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0x0101004AB2B0760624AE4A8043F65EA2ED3AFC</vt:lpwstr>
  </property>
</Properties>
</file>